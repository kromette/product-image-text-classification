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6" r:id="rId2"/>
    <p:sldId id="257" r:id="rId3"/>
    <p:sldId id="260" r:id="rId4"/>
    <p:sldId id="284" r:id="rId5"/>
    <p:sldId id="263" r:id="rId6"/>
    <p:sldId id="270" r:id="rId7"/>
    <p:sldId id="264" r:id="rId8"/>
    <p:sldId id="271" r:id="rId9"/>
    <p:sldId id="265" r:id="rId10"/>
    <p:sldId id="266" r:id="rId11"/>
    <p:sldId id="272" r:id="rId12"/>
    <p:sldId id="283" r:id="rId13"/>
    <p:sldId id="267" r:id="rId14"/>
    <p:sldId id="273" r:id="rId15"/>
    <p:sldId id="285" r:id="rId16"/>
    <p:sldId id="268" r:id="rId17"/>
    <p:sldId id="274" r:id="rId18"/>
    <p:sldId id="282" r:id="rId19"/>
    <p:sldId id="277" r:id="rId20"/>
    <p:sldId id="280" r:id="rId21"/>
    <p:sldId id="278" r:id="rId22"/>
    <p:sldId id="281" r:id="rId23"/>
    <p:sldId id="259" r:id="rId24"/>
    <p:sldId id="261" r:id="rId25"/>
    <p:sldId id="286" r:id="rId26"/>
    <p:sldId id="26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F001D-4D66-4E04-993F-62FD9BD56819}" v="113" dt="2023-02-18T10:51:13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LLOT Aline (ENGIE IT)" userId="b83e5f60-6f36-4888-8f3a-32f6ec1cc1a9" providerId="ADAL" clId="{465F001D-4D66-4E04-993F-62FD9BD56819}"/>
    <pc:docChg chg="undo redo custSel addSld delSld modSld sldOrd modMainMaster">
      <pc:chgData name="PILLOT Aline (ENGIE IT)" userId="b83e5f60-6f36-4888-8f3a-32f6ec1cc1a9" providerId="ADAL" clId="{465F001D-4D66-4E04-993F-62FD9BD56819}" dt="2023-02-18T18:42:42.004" v="2285" actId="20577"/>
      <pc:docMkLst>
        <pc:docMk/>
      </pc:docMkLst>
      <pc:sldChg chg="addSp delSp modSp mod setBg setClrOvrMap delDesignElem">
        <pc:chgData name="PILLOT Aline (ENGIE IT)" userId="b83e5f60-6f36-4888-8f3a-32f6ec1cc1a9" providerId="ADAL" clId="{465F001D-4D66-4E04-993F-62FD9BD56819}" dt="2023-02-17T14:05:11.253" v="833"/>
        <pc:sldMkLst>
          <pc:docMk/>
          <pc:sldMk cId="2948570692" sldId="256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948570692" sldId="256"/>
            <ac:spMk id="2" creationId="{85E64891-AD4B-174E-0CA4-4926FDFB46D2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948570692" sldId="256"/>
            <ac:spMk id="3" creationId="{581A7D3A-B304-0175-99AA-8ED5A650EF6E}"/>
          </ac:spMkLst>
        </pc:spChg>
        <pc:spChg chg="add del">
          <ac:chgData name="PILLOT Aline (ENGIE IT)" userId="b83e5f60-6f36-4888-8f3a-32f6ec1cc1a9" providerId="ADAL" clId="{465F001D-4D66-4E04-993F-62FD9BD56819}" dt="2023-02-17T14:04:37.480" v="829"/>
          <ac:spMkLst>
            <pc:docMk/>
            <pc:sldMk cId="2948570692" sldId="256"/>
            <ac:spMk id="1028" creationId="{256A7F27-5B86-4914-90A3-E04479F8E6C8}"/>
          </ac:spMkLst>
        </pc:spChg>
        <pc:spChg chg="add del">
          <ac:chgData name="PILLOT Aline (ENGIE IT)" userId="b83e5f60-6f36-4888-8f3a-32f6ec1cc1a9" providerId="ADAL" clId="{465F001D-4D66-4E04-993F-62FD9BD56819}" dt="2023-02-17T14:04:37.480" v="829"/>
          <ac:spMkLst>
            <pc:docMk/>
            <pc:sldMk cId="2948570692" sldId="256"/>
            <ac:spMk id="1029" creationId="{832A30EC-2C72-4D1B-9B53-76A0601A1F4C}"/>
          </ac:spMkLst>
        </pc:spChg>
        <pc:spChg chg="add del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948570692" sldId="256"/>
            <ac:spMk id="1030" creationId="{1FF9CEF5-A50D-4B8B-9852-D76F7037867E}"/>
          </ac:spMkLst>
        </pc:spChg>
        <pc:spChg chg="del">
          <ac:chgData name="PILLOT Aline (ENGIE IT)" userId="b83e5f60-6f36-4888-8f3a-32f6ec1cc1a9" providerId="ADAL" clId="{465F001D-4D66-4E04-993F-62FD9BD56819}" dt="2023-02-17T14:01:23.915" v="775" actId="26606"/>
          <ac:spMkLst>
            <pc:docMk/>
            <pc:sldMk cId="2948570692" sldId="256"/>
            <ac:spMk id="1031" creationId="{3E443FD7-A66B-4AA0-872D-B088B9BC5F17}"/>
          </ac:spMkLst>
        </pc:spChg>
        <pc:spChg chg="del">
          <ac:chgData name="PILLOT Aline (ENGIE IT)" userId="b83e5f60-6f36-4888-8f3a-32f6ec1cc1a9" providerId="ADAL" clId="{465F001D-4D66-4E04-993F-62FD9BD56819}" dt="2023-02-17T14:01:23.915" v="775" actId="26606"/>
          <ac:spMkLst>
            <pc:docMk/>
            <pc:sldMk cId="2948570692" sldId="256"/>
            <ac:spMk id="1033" creationId="{C04BE0EF-3561-49B4-9A29-F283168A91C7}"/>
          </ac:spMkLst>
        </pc:spChg>
        <pc:spChg chg="add del">
          <ac:chgData name="PILLOT Aline (ENGIE IT)" userId="b83e5f60-6f36-4888-8f3a-32f6ec1cc1a9" providerId="ADAL" clId="{465F001D-4D66-4E04-993F-62FD9BD56819}" dt="2023-02-17T14:01:50.491" v="777"/>
          <ac:spMkLst>
            <pc:docMk/>
            <pc:sldMk cId="2948570692" sldId="256"/>
            <ac:spMk id="1038" creationId="{0DE6A193-4755-479A-BC6F-A7EBCA73BE1A}"/>
          </ac:spMkLst>
        </pc:spChg>
        <pc:spChg chg="add del">
          <ac:chgData name="PILLOT Aline (ENGIE IT)" userId="b83e5f60-6f36-4888-8f3a-32f6ec1cc1a9" providerId="ADAL" clId="{465F001D-4D66-4E04-993F-62FD9BD56819}" dt="2023-02-17T14:01:50.491" v="777"/>
          <ac:spMkLst>
            <pc:docMk/>
            <pc:sldMk cId="2948570692" sldId="256"/>
            <ac:spMk id="1040" creationId="{AB8B8498-A488-40AF-99EB-F622ED9AD6B8}"/>
          </ac:spMkLst>
        </pc:spChg>
        <pc:spChg chg="add del">
          <ac:chgData name="PILLOT Aline (ENGIE IT)" userId="b83e5f60-6f36-4888-8f3a-32f6ec1cc1a9" providerId="ADAL" clId="{465F001D-4D66-4E04-993F-62FD9BD56819}" dt="2023-02-17T14:01:50.491" v="777"/>
          <ac:spMkLst>
            <pc:docMk/>
            <pc:sldMk cId="2948570692" sldId="256"/>
            <ac:spMk id="1042" creationId="{2F033D07-FE42-4E5C-A00A-FFE1D42C0FFD}"/>
          </ac:spMkLst>
        </pc:spChg>
        <pc:spChg chg="add del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948570692" sldId="256"/>
            <ac:spMk id="1047" creationId="{30684D86-C9D1-40C3-A9B6-EC935C7312E3}"/>
          </ac:spMkLst>
        </pc:spChg>
        <pc:spChg chg="add del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948570692" sldId="256"/>
            <ac:spMk id="1049" creationId="{1EDF7896-F56A-49DA-90F3-F5CE8B9833AD}"/>
          </ac:spMkLst>
        </pc:spChg>
        <pc:grpChg chg="add del">
          <ac:chgData name="PILLOT Aline (ENGIE IT)" userId="b83e5f60-6f36-4888-8f3a-32f6ec1cc1a9" providerId="ADAL" clId="{465F001D-4D66-4E04-993F-62FD9BD56819}" dt="2023-02-17T14:05:11.253" v="833"/>
          <ac:grpSpMkLst>
            <pc:docMk/>
            <pc:sldMk cId="2948570692" sldId="256"/>
            <ac:grpSpMk id="1032" creationId="{065753F1-EEE2-45ED-88A1-ECB4A495D0AD}"/>
          </ac:grpSpMkLst>
        </pc:grpChg>
        <pc:picChg chg="mod ord">
          <ac:chgData name="PILLOT Aline (ENGIE IT)" userId="b83e5f60-6f36-4888-8f3a-32f6ec1cc1a9" providerId="ADAL" clId="{465F001D-4D66-4E04-993F-62FD9BD56819}" dt="2023-02-17T14:04:57.604" v="831" actId="26606"/>
          <ac:picMkLst>
            <pc:docMk/>
            <pc:sldMk cId="2948570692" sldId="256"/>
            <ac:picMk id="1026" creationId="{02949DD7-D9B1-41ED-01B1-567EC6D318C9}"/>
          </ac:picMkLst>
        </pc:picChg>
      </pc:sldChg>
      <pc:sldChg chg="addSp modSp mod">
        <pc:chgData name="PILLOT Aline (ENGIE IT)" userId="b83e5f60-6f36-4888-8f3a-32f6ec1cc1a9" providerId="ADAL" clId="{465F001D-4D66-4E04-993F-62FD9BD56819}" dt="2023-02-17T14:55:22.635" v="989" actId="1076"/>
        <pc:sldMkLst>
          <pc:docMk/>
          <pc:sldMk cId="4095297056" sldId="257"/>
        </pc:sldMkLst>
        <pc:spChg chg="mod">
          <ac:chgData name="PILLOT Aline (ENGIE IT)" userId="b83e5f60-6f36-4888-8f3a-32f6ec1cc1a9" providerId="ADAL" clId="{465F001D-4D66-4E04-993F-62FD9BD56819}" dt="2023-02-17T14:06:32.403" v="858" actId="20577"/>
          <ac:spMkLst>
            <pc:docMk/>
            <pc:sldMk cId="4095297056" sldId="257"/>
            <ac:spMk id="2" creationId="{C6B17F12-272D-0C3C-B4ED-FDF02C8A773A}"/>
          </ac:spMkLst>
        </pc:spChg>
        <pc:spChg chg="mod">
          <ac:chgData name="PILLOT Aline (ENGIE IT)" userId="b83e5f60-6f36-4888-8f3a-32f6ec1cc1a9" providerId="ADAL" clId="{465F001D-4D66-4E04-993F-62FD9BD56819}" dt="2023-02-17T14:06:18.612" v="840" actId="20577"/>
          <ac:spMkLst>
            <pc:docMk/>
            <pc:sldMk cId="4095297056" sldId="257"/>
            <ac:spMk id="3" creationId="{DAA649F6-0F49-E7AE-50E0-1370E37205CC}"/>
          </ac:spMkLst>
        </pc:spChg>
        <pc:picChg chg="add mod">
          <ac:chgData name="PILLOT Aline (ENGIE IT)" userId="b83e5f60-6f36-4888-8f3a-32f6ec1cc1a9" providerId="ADAL" clId="{465F001D-4D66-4E04-993F-62FD9BD56819}" dt="2023-02-17T14:55:22.635" v="989" actId="1076"/>
          <ac:picMkLst>
            <pc:docMk/>
            <pc:sldMk cId="4095297056" sldId="257"/>
            <ac:picMk id="5" creationId="{CDB95D3C-2A15-9391-C032-DB39B78772DD}"/>
          </ac:picMkLst>
        </pc:picChg>
      </pc:sldChg>
      <pc:sldChg chg="modSp del">
        <pc:chgData name="PILLOT Aline (ENGIE IT)" userId="b83e5f60-6f36-4888-8f3a-32f6ec1cc1a9" providerId="ADAL" clId="{465F001D-4D66-4E04-993F-62FD9BD56819}" dt="2023-02-17T14:08:31.699" v="891" actId="47"/>
        <pc:sldMkLst>
          <pc:docMk/>
          <pc:sldMk cId="2770025517" sldId="258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770025517" sldId="258"/>
            <ac:spMk id="2" creationId="{5BE600D6-5625-624C-CEAD-19EC71886E62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2770025517" sldId="258"/>
            <ac:spMk id="3" creationId="{82E7DB8C-4378-7228-DD62-3E970B20A5A9}"/>
          </ac:spMkLst>
        </pc:spChg>
      </pc:sldChg>
      <pc:sldChg chg="addSp delSp modSp mod chgLayout">
        <pc:chgData name="PILLOT Aline (ENGIE IT)" userId="b83e5f60-6f36-4888-8f3a-32f6ec1cc1a9" providerId="ADAL" clId="{465F001D-4D66-4E04-993F-62FD9BD56819}" dt="2023-02-18T06:35:32.314" v="1529" actId="1076"/>
        <pc:sldMkLst>
          <pc:docMk/>
          <pc:sldMk cId="108530542" sldId="259"/>
        </pc:sldMkLst>
        <pc:spChg chg="mod or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108530542" sldId="259"/>
            <ac:spMk id="2" creationId="{5A50D8AF-4976-F769-4435-81D5B46508F6}"/>
          </ac:spMkLst>
        </pc:spChg>
        <pc:spChg chg="del">
          <ac:chgData name="PILLOT Aline (ENGIE IT)" userId="b83e5f60-6f36-4888-8f3a-32f6ec1cc1a9" providerId="ADAL" clId="{465F001D-4D66-4E04-993F-62FD9BD56819}" dt="2023-02-15T07:33:58.200" v="4"/>
          <ac:spMkLst>
            <pc:docMk/>
            <pc:sldMk cId="108530542" sldId="259"/>
            <ac:spMk id="3" creationId="{A6126DFB-F5DE-64C1-689B-9762B8807C96}"/>
          </ac:spMkLst>
        </pc:spChg>
        <pc:spChg chg="add del mod">
          <ac:chgData name="PILLOT Aline (ENGIE IT)" userId="b83e5f60-6f36-4888-8f3a-32f6ec1cc1a9" providerId="ADAL" clId="{465F001D-4D66-4E04-993F-62FD9BD56819}" dt="2023-02-17T10:17:51.133" v="101" actId="478"/>
          <ac:spMkLst>
            <pc:docMk/>
            <pc:sldMk cId="108530542" sldId="259"/>
            <ac:spMk id="6" creationId="{AA9BD6DB-D2AF-AACE-73A1-FBE665FA00F6}"/>
          </ac:spMkLst>
        </pc:spChg>
        <pc:spChg chg="add mod ord">
          <ac:chgData name="PILLOT Aline (ENGIE IT)" userId="b83e5f60-6f36-4888-8f3a-32f6ec1cc1a9" providerId="ADAL" clId="{465F001D-4D66-4E04-993F-62FD9BD56819}" dt="2023-02-18T06:34:36.015" v="1528" actId="404"/>
          <ac:spMkLst>
            <pc:docMk/>
            <pc:sldMk cId="108530542" sldId="259"/>
            <ac:spMk id="8" creationId="{2C9B65DD-2457-2023-1BA3-5736214C1C14}"/>
          </ac:spMkLst>
        </pc:spChg>
        <pc:graphicFrameChg chg="add mod modGraphic">
          <ac:chgData name="PILLOT Aline (ENGIE IT)" userId="b83e5f60-6f36-4888-8f3a-32f6ec1cc1a9" providerId="ADAL" clId="{465F001D-4D66-4E04-993F-62FD9BD56819}" dt="2023-02-18T06:34:28.204" v="1519" actId="1076"/>
          <ac:graphicFrameMkLst>
            <pc:docMk/>
            <pc:sldMk cId="108530542" sldId="259"/>
            <ac:graphicFrameMk id="3" creationId="{72A9BC07-273C-2056-44A4-8EA936B3F007}"/>
          </ac:graphicFrameMkLst>
        </pc:graphicFrameChg>
        <pc:graphicFrameChg chg="add del mod">
          <ac:chgData name="PILLOT Aline (ENGIE IT)" userId="b83e5f60-6f36-4888-8f3a-32f6ec1cc1a9" providerId="ADAL" clId="{465F001D-4D66-4E04-993F-62FD9BD56819}" dt="2023-02-17T10:17:45.004" v="99" actId="478"/>
          <ac:graphicFrameMkLst>
            <pc:docMk/>
            <pc:sldMk cId="108530542" sldId="259"/>
            <ac:graphicFrameMk id="4" creationId="{90D1F152-2D32-913D-4290-E8CEDB7A1EB9}"/>
          </ac:graphicFrameMkLst>
        </pc:graphicFrameChg>
        <pc:graphicFrameChg chg="add mod modGraphic">
          <ac:chgData name="PILLOT Aline (ENGIE IT)" userId="b83e5f60-6f36-4888-8f3a-32f6ec1cc1a9" providerId="ADAL" clId="{465F001D-4D66-4E04-993F-62FD9BD56819}" dt="2023-02-18T06:35:32.314" v="1529" actId="1076"/>
          <ac:graphicFrameMkLst>
            <pc:docMk/>
            <pc:sldMk cId="108530542" sldId="259"/>
            <ac:graphicFrameMk id="7" creationId="{6B383733-0B82-7891-2509-A4CFADE9CCC6}"/>
          </ac:graphicFrameMkLst>
        </pc:graphicFrameChg>
      </pc:sldChg>
      <pc:sldChg chg="modSp mod">
        <pc:chgData name="PILLOT Aline (ENGIE IT)" userId="b83e5f60-6f36-4888-8f3a-32f6ec1cc1a9" providerId="ADAL" clId="{465F001D-4D66-4E04-993F-62FD9BD56819}" dt="2023-02-17T14:08:13.696" v="890" actId="20577"/>
        <pc:sldMkLst>
          <pc:docMk/>
          <pc:sldMk cId="296156515" sldId="260"/>
        </pc:sldMkLst>
        <pc:spChg chg="mod">
          <ac:chgData name="PILLOT Aline (ENGIE IT)" userId="b83e5f60-6f36-4888-8f3a-32f6ec1cc1a9" providerId="ADAL" clId="{465F001D-4D66-4E04-993F-62FD9BD56819}" dt="2023-02-17T14:07:54.943" v="882" actId="20577"/>
          <ac:spMkLst>
            <pc:docMk/>
            <pc:sldMk cId="296156515" sldId="260"/>
            <ac:spMk id="2" creationId="{EBAB441D-D1E2-FDD2-0003-C970FFD1468F}"/>
          </ac:spMkLst>
        </pc:spChg>
        <pc:spChg chg="mod">
          <ac:chgData name="PILLOT Aline (ENGIE IT)" userId="b83e5f60-6f36-4888-8f3a-32f6ec1cc1a9" providerId="ADAL" clId="{465F001D-4D66-4E04-993F-62FD9BD56819}" dt="2023-02-17T14:08:13.696" v="890" actId="20577"/>
          <ac:spMkLst>
            <pc:docMk/>
            <pc:sldMk cId="296156515" sldId="260"/>
            <ac:spMk id="3" creationId="{5793D679-943F-48C2-9096-6403F4C46865}"/>
          </ac:spMkLst>
        </pc:spChg>
      </pc:sldChg>
      <pc:sldChg chg="addSp delSp modSp mod ord">
        <pc:chgData name="PILLOT Aline (ENGIE IT)" userId="b83e5f60-6f36-4888-8f3a-32f6ec1cc1a9" providerId="ADAL" clId="{465F001D-4D66-4E04-993F-62FD9BD56819}" dt="2023-02-18T10:30:06.337" v="2182" actId="20577"/>
        <pc:sldMkLst>
          <pc:docMk/>
          <pc:sldMk cId="1103126588" sldId="261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1103126588" sldId="261"/>
            <ac:spMk id="2" creationId="{8F4A8BC0-D4DF-27CB-8805-4F8062C21903}"/>
          </ac:spMkLst>
        </pc:spChg>
        <pc:spChg chg="mod">
          <ac:chgData name="PILLOT Aline (ENGIE IT)" userId="b83e5f60-6f36-4888-8f3a-32f6ec1cc1a9" providerId="ADAL" clId="{465F001D-4D66-4E04-993F-62FD9BD56819}" dt="2023-02-18T10:30:06.337" v="2182" actId="20577"/>
          <ac:spMkLst>
            <pc:docMk/>
            <pc:sldMk cId="1103126588" sldId="261"/>
            <ac:spMk id="3" creationId="{F9D30FFA-D793-969C-1585-036CE378222B}"/>
          </ac:spMkLst>
        </pc:spChg>
        <pc:picChg chg="add del mod">
          <ac:chgData name="PILLOT Aline (ENGIE IT)" userId="b83e5f60-6f36-4888-8f3a-32f6ec1cc1a9" providerId="ADAL" clId="{465F001D-4D66-4E04-993F-62FD9BD56819}" dt="2023-02-18T06:46:30.484" v="1730" actId="478"/>
          <ac:picMkLst>
            <pc:docMk/>
            <pc:sldMk cId="1103126588" sldId="261"/>
            <ac:picMk id="5" creationId="{5C1D0B90-818E-B96E-CEE2-4B54AC7DD6F8}"/>
          </ac:picMkLst>
        </pc:picChg>
      </pc:sldChg>
      <pc:sldChg chg="modSp mod modClrScheme chgLayout">
        <pc:chgData name="PILLOT Aline (ENGIE IT)" userId="b83e5f60-6f36-4888-8f3a-32f6ec1cc1a9" providerId="ADAL" clId="{465F001D-4D66-4E04-993F-62FD9BD56819}" dt="2023-02-18T09:48:50.196" v="1772" actId="27636"/>
        <pc:sldMkLst>
          <pc:docMk/>
          <pc:sldMk cId="1237577281" sldId="262"/>
        </pc:sldMkLst>
        <pc:spChg chg="mod ord">
          <ac:chgData name="PILLOT Aline (ENGIE IT)" userId="b83e5f60-6f36-4888-8f3a-32f6ec1cc1a9" providerId="ADAL" clId="{465F001D-4D66-4E04-993F-62FD9BD56819}" dt="2023-02-18T09:48:46.479" v="1770" actId="20577"/>
          <ac:spMkLst>
            <pc:docMk/>
            <pc:sldMk cId="1237577281" sldId="262"/>
            <ac:spMk id="2" creationId="{48A81A41-EC29-DCEC-B198-175898255BB0}"/>
          </ac:spMkLst>
        </pc:spChg>
        <pc:spChg chg="mod ord">
          <ac:chgData name="PILLOT Aline (ENGIE IT)" userId="b83e5f60-6f36-4888-8f3a-32f6ec1cc1a9" providerId="ADAL" clId="{465F001D-4D66-4E04-993F-62FD9BD56819}" dt="2023-02-18T09:48:50.196" v="1772" actId="27636"/>
          <ac:spMkLst>
            <pc:docMk/>
            <pc:sldMk cId="1237577281" sldId="262"/>
            <ac:spMk id="3" creationId="{C9D96147-4A06-4E32-0152-0F094BE8B425}"/>
          </ac:spMkLst>
        </pc:spChg>
      </pc:sldChg>
      <pc:sldChg chg="addSp delSp modSp mod ord">
        <pc:chgData name="PILLOT Aline (ENGIE IT)" userId="b83e5f60-6f36-4888-8f3a-32f6ec1cc1a9" providerId="ADAL" clId="{465F001D-4D66-4E04-993F-62FD9BD56819}" dt="2023-02-18T10:51:46.138" v="2260" actId="478"/>
        <pc:sldMkLst>
          <pc:docMk/>
          <pc:sldMk cId="231104489" sldId="263"/>
        </pc:sldMkLst>
        <pc:spChg chg="del mod">
          <ac:chgData name="PILLOT Aline (ENGIE IT)" userId="b83e5f60-6f36-4888-8f3a-32f6ec1cc1a9" providerId="ADAL" clId="{465F001D-4D66-4E04-993F-62FD9BD56819}" dt="2023-02-18T10:51:24.634" v="2258" actId="478"/>
          <ac:spMkLst>
            <pc:docMk/>
            <pc:sldMk cId="231104489" sldId="263"/>
            <ac:spMk id="2" creationId="{5B39883F-E515-9864-C68F-6D2D09B14D69}"/>
          </ac:spMkLst>
        </pc:spChg>
        <pc:spChg chg="add del mod">
          <ac:chgData name="PILLOT Aline (ENGIE IT)" userId="b83e5f60-6f36-4888-8f3a-32f6ec1cc1a9" providerId="ADAL" clId="{465F001D-4D66-4E04-993F-62FD9BD56819}" dt="2023-02-17T09:24:55.667" v="9" actId="478"/>
          <ac:spMkLst>
            <pc:docMk/>
            <pc:sldMk cId="231104489" sldId="263"/>
            <ac:spMk id="3" creationId="{9474BD49-E607-0BFD-57A5-EE1F0130E48B}"/>
          </ac:spMkLst>
        </pc:spChg>
        <pc:spChg chg="mod">
          <ac:chgData name="PILLOT Aline (ENGIE IT)" userId="b83e5f60-6f36-4888-8f3a-32f6ec1cc1a9" providerId="ADAL" clId="{465F001D-4D66-4E04-993F-62FD9BD56819}" dt="2023-02-18T10:03:29.361" v="1886" actId="1076"/>
          <ac:spMkLst>
            <pc:docMk/>
            <pc:sldMk cId="231104489" sldId="263"/>
            <ac:spMk id="4" creationId="{0EE2A51F-0199-F581-3349-2D20F988A363}"/>
          </ac:spMkLst>
        </pc:spChg>
        <pc:spChg chg="add mod">
          <ac:chgData name="PILLOT Aline (ENGIE IT)" userId="b83e5f60-6f36-4888-8f3a-32f6ec1cc1a9" providerId="ADAL" clId="{465F001D-4D66-4E04-993F-62FD9BD56819}" dt="2023-02-18T10:51:21.791" v="2257" actId="20577"/>
          <ac:spMkLst>
            <pc:docMk/>
            <pc:sldMk cId="231104489" sldId="263"/>
            <ac:spMk id="6" creationId="{36B82619-9600-FCE9-05DD-BDD3D88948E8}"/>
          </ac:spMkLst>
        </pc:spChg>
        <pc:spChg chg="add del mod">
          <ac:chgData name="PILLOT Aline (ENGIE IT)" userId="b83e5f60-6f36-4888-8f3a-32f6ec1cc1a9" providerId="ADAL" clId="{465F001D-4D66-4E04-993F-62FD9BD56819}" dt="2023-02-18T10:51:46.138" v="2260" actId="478"/>
          <ac:spMkLst>
            <pc:docMk/>
            <pc:sldMk cId="231104489" sldId="263"/>
            <ac:spMk id="8" creationId="{9AC04AB9-C00F-B8AD-20D6-7950C4788945}"/>
          </ac:spMkLst>
        </pc:spChg>
        <pc:picChg chg="del">
          <ac:chgData name="PILLOT Aline (ENGIE IT)" userId="b83e5f60-6f36-4888-8f3a-32f6ec1cc1a9" providerId="ADAL" clId="{465F001D-4D66-4E04-993F-62FD9BD56819}" dt="2023-02-17T09:24:20.418" v="6" actId="478"/>
          <ac:picMkLst>
            <pc:docMk/>
            <pc:sldMk cId="231104489" sldId="263"/>
            <ac:picMk id="5" creationId="{9CC4B681-D692-0AEA-9C53-E36E699F655F}"/>
          </ac:picMkLst>
        </pc:picChg>
        <pc:picChg chg="add mod">
          <ac:chgData name="PILLOT Aline (ENGIE IT)" userId="b83e5f60-6f36-4888-8f3a-32f6ec1cc1a9" providerId="ADAL" clId="{465F001D-4D66-4E04-993F-62FD9BD56819}" dt="2023-02-17T09:24:59.095" v="10" actId="1076"/>
          <ac:picMkLst>
            <pc:docMk/>
            <pc:sldMk cId="231104489" sldId="263"/>
            <ac:picMk id="1026" creationId="{749A0DD2-A4DB-C6EE-B63F-C43AB3CBFE06}"/>
          </ac:picMkLst>
        </pc:picChg>
      </pc:sldChg>
      <pc:sldChg chg="addSp delSp modSp mod ord">
        <pc:chgData name="PILLOT Aline (ENGIE IT)" userId="b83e5f60-6f36-4888-8f3a-32f6ec1cc1a9" providerId="ADAL" clId="{465F001D-4D66-4E04-993F-62FD9BD56819}" dt="2023-02-18T10:03:40.605" v="1888" actId="1076"/>
        <pc:sldMkLst>
          <pc:docMk/>
          <pc:sldMk cId="4240895162" sldId="264"/>
        </pc:sldMkLst>
        <pc:spChg chg="mod">
          <ac:chgData name="PILLOT Aline (ENGIE IT)" userId="b83e5f60-6f36-4888-8f3a-32f6ec1cc1a9" providerId="ADAL" clId="{465F001D-4D66-4E04-993F-62FD9BD56819}" dt="2023-02-18T09:55:15.656" v="1854" actId="20577"/>
          <ac:spMkLst>
            <pc:docMk/>
            <pc:sldMk cId="4240895162" sldId="264"/>
            <ac:spMk id="2" creationId="{5B39883F-E515-9864-C68F-6D2D09B14D69}"/>
          </ac:spMkLst>
        </pc:spChg>
        <pc:spChg chg="del">
          <ac:chgData name="PILLOT Aline (ENGIE IT)" userId="b83e5f60-6f36-4888-8f3a-32f6ec1cc1a9" providerId="ADAL" clId="{465F001D-4D66-4E04-993F-62FD9BD56819}" dt="2023-02-17T09:39:54.769" v="21" actId="478"/>
          <ac:spMkLst>
            <pc:docMk/>
            <pc:sldMk cId="4240895162" sldId="264"/>
            <ac:spMk id="3" creationId="{456C8146-AECB-D538-DB74-01434658AD37}"/>
          </ac:spMkLst>
        </pc:spChg>
        <pc:spChg chg="mod">
          <ac:chgData name="PILLOT Aline (ENGIE IT)" userId="b83e5f60-6f36-4888-8f3a-32f6ec1cc1a9" providerId="ADAL" clId="{465F001D-4D66-4E04-993F-62FD9BD56819}" dt="2023-02-18T10:03:40.605" v="1888" actId="1076"/>
          <ac:spMkLst>
            <pc:docMk/>
            <pc:sldMk cId="4240895162" sldId="264"/>
            <ac:spMk id="5" creationId="{9C1EA4D2-B27E-8ED9-3306-AEB2FB3ED33D}"/>
          </ac:spMkLst>
        </pc:spChg>
        <pc:picChg chg="del">
          <ac:chgData name="PILLOT Aline (ENGIE IT)" userId="b83e5f60-6f36-4888-8f3a-32f6ec1cc1a9" providerId="ADAL" clId="{465F001D-4D66-4E04-993F-62FD9BD56819}" dt="2023-02-17T09:39:52.790" v="20" actId="478"/>
          <ac:picMkLst>
            <pc:docMk/>
            <pc:sldMk cId="4240895162" sldId="264"/>
            <ac:picMk id="6" creationId="{321C9755-665F-6EC3-C49E-C72B3F89C27D}"/>
          </ac:picMkLst>
        </pc:picChg>
        <pc:picChg chg="add mod">
          <ac:chgData name="PILLOT Aline (ENGIE IT)" userId="b83e5f60-6f36-4888-8f3a-32f6ec1cc1a9" providerId="ADAL" clId="{465F001D-4D66-4E04-993F-62FD9BD56819}" dt="2023-02-17T09:40:03.499" v="24" actId="1076"/>
          <ac:picMkLst>
            <pc:docMk/>
            <pc:sldMk cId="4240895162" sldId="264"/>
            <ac:picMk id="3074" creationId="{14C203F1-BAC7-1828-B13C-0E5B23C96CD8}"/>
          </ac:picMkLst>
        </pc:picChg>
      </pc:sldChg>
      <pc:sldChg chg="addSp delSp modSp mod ord">
        <pc:chgData name="PILLOT Aline (ENGIE IT)" userId="b83e5f60-6f36-4888-8f3a-32f6ec1cc1a9" providerId="ADAL" clId="{465F001D-4D66-4E04-993F-62FD9BD56819}" dt="2023-02-18T09:54:07.221" v="1788"/>
        <pc:sldMkLst>
          <pc:docMk/>
          <pc:sldMk cId="3579708327" sldId="265"/>
        </pc:sldMkLst>
        <pc:spChg chg="mod">
          <ac:chgData name="PILLOT Aline (ENGIE IT)" userId="b83e5f60-6f36-4888-8f3a-32f6ec1cc1a9" providerId="ADAL" clId="{465F001D-4D66-4E04-993F-62FD9BD56819}" dt="2023-02-17T14:08:47.908" v="898" actId="20577"/>
          <ac:spMkLst>
            <pc:docMk/>
            <pc:sldMk cId="3579708327" sldId="265"/>
            <ac:spMk id="2" creationId="{92C33E35-E246-C1F7-DC93-2A97736C3474}"/>
          </ac:spMkLst>
        </pc:spChg>
        <pc:spChg chg="del mod">
          <ac:chgData name="PILLOT Aline (ENGIE IT)" userId="b83e5f60-6f36-4888-8f3a-32f6ec1cc1a9" providerId="ADAL" clId="{465F001D-4D66-4E04-993F-62FD9BD56819}" dt="2023-02-17T15:03:10.950" v="1005" actId="478"/>
          <ac:spMkLst>
            <pc:docMk/>
            <pc:sldMk cId="3579708327" sldId="265"/>
            <ac:spMk id="3" creationId="{5E272CB3-F771-34B8-66D6-BDD190B7371D}"/>
          </ac:spMkLst>
        </pc:spChg>
        <pc:spChg chg="add del mod">
          <ac:chgData name="PILLOT Aline (ENGIE IT)" userId="b83e5f60-6f36-4888-8f3a-32f6ec1cc1a9" providerId="ADAL" clId="{465F001D-4D66-4E04-993F-62FD9BD56819}" dt="2023-02-17T15:03:12.586" v="1006" actId="478"/>
          <ac:spMkLst>
            <pc:docMk/>
            <pc:sldMk cId="3579708327" sldId="265"/>
            <ac:spMk id="6" creationId="{DEBBBA0D-8F4F-7B24-D2D9-10FFC2C53DA8}"/>
          </ac:spMkLst>
        </pc:spChg>
        <pc:spChg chg="add mod">
          <ac:chgData name="PILLOT Aline (ENGIE IT)" userId="b83e5f60-6f36-4888-8f3a-32f6ec1cc1a9" providerId="ADAL" clId="{465F001D-4D66-4E04-993F-62FD9BD56819}" dt="2023-02-17T15:08:16.983" v="1279" actId="13822"/>
          <ac:spMkLst>
            <pc:docMk/>
            <pc:sldMk cId="3579708327" sldId="265"/>
            <ac:spMk id="7" creationId="{9D4ECA0A-F492-5B13-9313-16F56DB37E7A}"/>
          </ac:spMkLst>
        </pc:spChg>
        <pc:spChg chg="add del mod">
          <ac:chgData name="PILLOT Aline (ENGIE IT)" userId="b83e5f60-6f36-4888-8f3a-32f6ec1cc1a9" providerId="ADAL" clId="{465F001D-4D66-4E04-993F-62FD9BD56819}" dt="2023-02-18T09:53:24.488" v="1774" actId="478"/>
          <ac:spMkLst>
            <pc:docMk/>
            <pc:sldMk cId="3579708327" sldId="265"/>
            <ac:spMk id="8" creationId="{D1A14A33-9FF3-C05A-3E82-C02B6B10156A}"/>
          </ac:spMkLst>
        </pc:spChg>
        <pc:spChg chg="add mod">
          <ac:chgData name="PILLOT Aline (ENGIE IT)" userId="b83e5f60-6f36-4888-8f3a-32f6ec1cc1a9" providerId="ADAL" clId="{465F001D-4D66-4E04-993F-62FD9BD56819}" dt="2023-02-17T15:08:23.033" v="1281" actId="13822"/>
          <ac:spMkLst>
            <pc:docMk/>
            <pc:sldMk cId="3579708327" sldId="265"/>
            <ac:spMk id="9" creationId="{7BDC31D3-63B8-B7A2-454F-478985CD9021}"/>
          </ac:spMkLst>
        </pc:spChg>
        <pc:spChg chg="add mod">
          <ac:chgData name="PILLOT Aline (ENGIE IT)" userId="b83e5f60-6f36-4888-8f3a-32f6ec1cc1a9" providerId="ADAL" clId="{465F001D-4D66-4E04-993F-62FD9BD56819}" dt="2023-02-17T15:07:17.178" v="1258" actId="1076"/>
          <ac:spMkLst>
            <pc:docMk/>
            <pc:sldMk cId="3579708327" sldId="265"/>
            <ac:spMk id="10" creationId="{192490B1-CD4A-C36E-1DEE-BFA4A82EEE38}"/>
          </ac:spMkLst>
        </pc:spChg>
        <pc:spChg chg="add mod">
          <ac:chgData name="PILLOT Aline (ENGIE IT)" userId="b83e5f60-6f36-4888-8f3a-32f6ec1cc1a9" providerId="ADAL" clId="{465F001D-4D66-4E04-993F-62FD9BD56819}" dt="2023-02-17T15:09:22.075" v="1294" actId="1076"/>
          <ac:spMkLst>
            <pc:docMk/>
            <pc:sldMk cId="3579708327" sldId="265"/>
            <ac:spMk id="11" creationId="{68F073FE-2047-791E-F196-0D8F2D33D785}"/>
          </ac:spMkLst>
        </pc:spChg>
        <pc:spChg chg="add mod">
          <ac:chgData name="PILLOT Aline (ENGIE IT)" userId="b83e5f60-6f36-4888-8f3a-32f6ec1cc1a9" providerId="ADAL" clId="{465F001D-4D66-4E04-993F-62FD9BD56819}" dt="2023-02-17T15:09:28.098" v="1295" actId="1076"/>
          <ac:spMkLst>
            <pc:docMk/>
            <pc:sldMk cId="3579708327" sldId="265"/>
            <ac:spMk id="12" creationId="{3F93F322-3EEA-ABD2-923F-D975ED1B1089}"/>
          </ac:spMkLst>
        </pc:spChg>
        <pc:spChg chg="add mod">
          <ac:chgData name="PILLOT Aline (ENGIE IT)" userId="b83e5f60-6f36-4888-8f3a-32f6ec1cc1a9" providerId="ADAL" clId="{465F001D-4D66-4E04-993F-62FD9BD56819}" dt="2023-02-17T15:08:10.862" v="1277" actId="13822"/>
          <ac:spMkLst>
            <pc:docMk/>
            <pc:sldMk cId="3579708327" sldId="265"/>
            <ac:spMk id="13" creationId="{53397E10-BCFF-3A7A-2586-3386238DED43}"/>
          </ac:spMkLst>
        </pc:spChg>
        <pc:spChg chg="add del mod">
          <ac:chgData name="PILLOT Aline (ENGIE IT)" userId="b83e5f60-6f36-4888-8f3a-32f6ec1cc1a9" providerId="ADAL" clId="{465F001D-4D66-4E04-993F-62FD9BD56819}" dt="2023-02-18T09:53:24.488" v="1774" actId="478"/>
          <ac:spMkLst>
            <pc:docMk/>
            <pc:sldMk cId="3579708327" sldId="265"/>
            <ac:spMk id="14" creationId="{24965686-95D5-0FD1-6E92-C1F265672AEC}"/>
          </ac:spMkLst>
        </pc:spChg>
        <pc:spChg chg="add del mod">
          <ac:chgData name="PILLOT Aline (ENGIE IT)" userId="b83e5f60-6f36-4888-8f3a-32f6ec1cc1a9" providerId="ADAL" clId="{465F001D-4D66-4E04-993F-62FD9BD56819}" dt="2023-02-18T09:53:24.488" v="1774" actId="478"/>
          <ac:spMkLst>
            <pc:docMk/>
            <pc:sldMk cId="3579708327" sldId="265"/>
            <ac:spMk id="15" creationId="{E21E7CD0-0D81-E937-7EBB-12D22422A0FA}"/>
          </ac:spMkLst>
        </pc:spChg>
        <pc:spChg chg="add del mod">
          <ac:chgData name="PILLOT Aline (ENGIE IT)" userId="b83e5f60-6f36-4888-8f3a-32f6ec1cc1a9" providerId="ADAL" clId="{465F001D-4D66-4E04-993F-62FD9BD56819}" dt="2023-02-17T15:07:03.179" v="1253" actId="478"/>
          <ac:spMkLst>
            <pc:docMk/>
            <pc:sldMk cId="3579708327" sldId="265"/>
            <ac:spMk id="16" creationId="{BB808C6A-EB81-C3AF-E0CC-75C0CC0AFB3A}"/>
          </ac:spMkLst>
        </pc:spChg>
        <pc:spChg chg="add mod">
          <ac:chgData name="PILLOT Aline (ENGIE IT)" userId="b83e5f60-6f36-4888-8f3a-32f6ec1cc1a9" providerId="ADAL" clId="{465F001D-4D66-4E04-993F-62FD9BD56819}" dt="2023-02-17T15:08:10.862" v="1277" actId="13822"/>
          <ac:spMkLst>
            <pc:docMk/>
            <pc:sldMk cId="3579708327" sldId="265"/>
            <ac:spMk id="17" creationId="{73D19B1E-49C4-5B6A-A034-18A52F72952B}"/>
          </ac:spMkLst>
        </pc:spChg>
        <pc:spChg chg="add mod">
          <ac:chgData name="PILLOT Aline (ENGIE IT)" userId="b83e5f60-6f36-4888-8f3a-32f6ec1cc1a9" providerId="ADAL" clId="{465F001D-4D66-4E04-993F-62FD9BD56819}" dt="2023-02-17T15:08:10.862" v="1277" actId="13822"/>
          <ac:spMkLst>
            <pc:docMk/>
            <pc:sldMk cId="3579708327" sldId="265"/>
            <ac:spMk id="18" creationId="{8BC234A7-0BCD-6844-3704-1E0204DB61D1}"/>
          </ac:spMkLst>
        </pc:spChg>
        <pc:spChg chg="add mod">
          <ac:chgData name="PILLOT Aline (ENGIE IT)" userId="b83e5f60-6f36-4888-8f3a-32f6ec1cc1a9" providerId="ADAL" clId="{465F001D-4D66-4E04-993F-62FD9BD56819}" dt="2023-02-17T15:10:29.168" v="1314" actId="20577"/>
          <ac:spMkLst>
            <pc:docMk/>
            <pc:sldMk cId="3579708327" sldId="265"/>
            <ac:spMk id="19" creationId="{8F40DB33-054A-9FF1-1B22-D94F68475BA3}"/>
          </ac:spMkLst>
        </pc:spChg>
        <pc:spChg chg="add mod">
          <ac:chgData name="PILLOT Aline (ENGIE IT)" userId="b83e5f60-6f36-4888-8f3a-32f6ec1cc1a9" providerId="ADAL" clId="{465F001D-4D66-4E04-993F-62FD9BD56819}" dt="2023-02-17T15:09:28.098" v="1295" actId="1076"/>
          <ac:spMkLst>
            <pc:docMk/>
            <pc:sldMk cId="3579708327" sldId="265"/>
            <ac:spMk id="20" creationId="{FA77524C-5AC0-D6CA-D8B8-AA8CA55A66DA}"/>
          </ac:spMkLst>
        </pc:spChg>
        <pc:graphicFrameChg chg="add del mod modGraphic">
          <ac:chgData name="PILLOT Aline (ENGIE IT)" userId="b83e5f60-6f36-4888-8f3a-32f6ec1cc1a9" providerId="ADAL" clId="{465F001D-4D66-4E04-993F-62FD9BD56819}" dt="2023-02-17T15:02:36.298" v="1004" actId="478"/>
          <ac:graphicFrameMkLst>
            <pc:docMk/>
            <pc:sldMk cId="3579708327" sldId="265"/>
            <ac:graphicFrameMk id="4" creationId="{453A81E6-BD8F-3789-3FCE-71F726B4C337}"/>
          </ac:graphicFrameMkLst>
        </pc:graphicFrameChg>
        <pc:cxnChg chg="add mod">
          <ac:chgData name="PILLOT Aline (ENGIE IT)" userId="b83e5f60-6f36-4888-8f3a-32f6ec1cc1a9" providerId="ADAL" clId="{465F001D-4D66-4E04-993F-62FD9BD56819}" dt="2023-02-17T15:09:38.108" v="1297" actId="14100"/>
          <ac:cxnSpMkLst>
            <pc:docMk/>
            <pc:sldMk cId="3579708327" sldId="265"/>
            <ac:cxnSpMk id="22" creationId="{1BFCECB8-6FE8-F763-DED5-5C3BBA6F9AD9}"/>
          </ac:cxnSpMkLst>
        </pc:cxnChg>
        <pc:cxnChg chg="add">
          <ac:chgData name="PILLOT Aline (ENGIE IT)" userId="b83e5f60-6f36-4888-8f3a-32f6ec1cc1a9" providerId="ADAL" clId="{465F001D-4D66-4E04-993F-62FD9BD56819}" dt="2023-02-17T15:09:46.676" v="1298" actId="11529"/>
          <ac:cxnSpMkLst>
            <pc:docMk/>
            <pc:sldMk cId="3579708327" sldId="265"/>
            <ac:cxnSpMk id="25" creationId="{7F10DE6D-B8F6-7253-5F13-5ED987A11F22}"/>
          </ac:cxnSpMkLst>
        </pc:cxnChg>
        <pc:cxnChg chg="add">
          <ac:chgData name="PILLOT Aline (ENGIE IT)" userId="b83e5f60-6f36-4888-8f3a-32f6ec1cc1a9" providerId="ADAL" clId="{465F001D-4D66-4E04-993F-62FD9BD56819}" dt="2023-02-17T15:09:51.580" v="1299" actId="11529"/>
          <ac:cxnSpMkLst>
            <pc:docMk/>
            <pc:sldMk cId="3579708327" sldId="265"/>
            <ac:cxnSpMk id="27" creationId="{53104EA1-1239-12E2-29E3-C66DD1E3D41E}"/>
          </ac:cxnSpMkLst>
        </pc:cxnChg>
        <pc:cxnChg chg="add del mod">
          <ac:chgData name="PILLOT Aline (ENGIE IT)" userId="b83e5f60-6f36-4888-8f3a-32f6ec1cc1a9" providerId="ADAL" clId="{465F001D-4D66-4E04-993F-62FD9BD56819}" dt="2023-02-18T09:53:26.193" v="1775" actId="478"/>
          <ac:cxnSpMkLst>
            <pc:docMk/>
            <pc:sldMk cId="3579708327" sldId="265"/>
            <ac:cxnSpMk id="29" creationId="{35301166-604F-E856-AD0C-18D464F15D67}"/>
          </ac:cxnSpMkLst>
        </pc:cxnChg>
        <pc:cxnChg chg="add del mod">
          <ac:chgData name="PILLOT Aline (ENGIE IT)" userId="b83e5f60-6f36-4888-8f3a-32f6ec1cc1a9" providerId="ADAL" clId="{465F001D-4D66-4E04-993F-62FD9BD56819}" dt="2023-02-18T09:53:26.954" v="1776" actId="478"/>
          <ac:cxnSpMkLst>
            <pc:docMk/>
            <pc:sldMk cId="3579708327" sldId="265"/>
            <ac:cxnSpMk id="31" creationId="{4D3F5BA7-4800-583C-BC4D-F6E7C2A6D48E}"/>
          </ac:cxnSpMkLst>
        </pc:cxnChg>
        <pc:cxnChg chg="add del mod">
          <ac:chgData name="PILLOT Aline (ENGIE IT)" userId="b83e5f60-6f36-4888-8f3a-32f6ec1cc1a9" providerId="ADAL" clId="{465F001D-4D66-4E04-993F-62FD9BD56819}" dt="2023-02-18T09:53:27.858" v="1777" actId="478"/>
          <ac:cxnSpMkLst>
            <pc:docMk/>
            <pc:sldMk cId="3579708327" sldId="265"/>
            <ac:cxnSpMk id="33" creationId="{B267A9C7-DFC5-767E-CD0A-3E444690DC38}"/>
          </ac:cxnSpMkLst>
        </pc:cxnChg>
        <pc:cxnChg chg="add">
          <ac:chgData name="PILLOT Aline (ENGIE IT)" userId="b83e5f60-6f36-4888-8f3a-32f6ec1cc1a9" providerId="ADAL" clId="{465F001D-4D66-4E04-993F-62FD9BD56819}" dt="2023-02-17T15:10:11.083" v="1303" actId="11529"/>
          <ac:cxnSpMkLst>
            <pc:docMk/>
            <pc:sldMk cId="3579708327" sldId="265"/>
            <ac:cxnSpMk id="35" creationId="{B60B1B98-854E-35F3-0A31-E3EBA8EE62F7}"/>
          </ac:cxnSpMkLst>
        </pc:cxnChg>
        <pc:cxnChg chg="add">
          <ac:chgData name="PILLOT Aline (ENGIE IT)" userId="b83e5f60-6f36-4888-8f3a-32f6ec1cc1a9" providerId="ADAL" clId="{465F001D-4D66-4E04-993F-62FD9BD56819}" dt="2023-02-17T15:10:14.890" v="1304" actId="11529"/>
          <ac:cxnSpMkLst>
            <pc:docMk/>
            <pc:sldMk cId="3579708327" sldId="265"/>
            <ac:cxnSpMk id="37" creationId="{2880322D-067A-4561-3E6F-48D55385CCEB}"/>
          </ac:cxnSpMkLst>
        </pc:cxnChg>
        <pc:cxnChg chg="add">
          <ac:chgData name="PILLOT Aline (ENGIE IT)" userId="b83e5f60-6f36-4888-8f3a-32f6ec1cc1a9" providerId="ADAL" clId="{465F001D-4D66-4E04-993F-62FD9BD56819}" dt="2023-02-17T15:10:18.436" v="1305" actId="11529"/>
          <ac:cxnSpMkLst>
            <pc:docMk/>
            <pc:sldMk cId="3579708327" sldId="265"/>
            <ac:cxnSpMk id="39" creationId="{0353F7EE-9E4E-C147-853C-409168FAA3CB}"/>
          </ac:cxnSpMkLst>
        </pc:cxnChg>
        <pc:cxnChg chg="add del mod">
          <ac:chgData name="PILLOT Aline (ENGIE IT)" userId="b83e5f60-6f36-4888-8f3a-32f6ec1cc1a9" providerId="ADAL" clId="{465F001D-4D66-4E04-993F-62FD9BD56819}" dt="2023-02-18T09:53:28.410" v="1778" actId="478"/>
          <ac:cxnSpMkLst>
            <pc:docMk/>
            <pc:sldMk cId="3579708327" sldId="265"/>
            <ac:cxnSpMk id="41" creationId="{8E82EF84-7B45-F386-9107-D5A269787EEA}"/>
          </ac:cxnSpMkLst>
        </pc:cxnChg>
        <pc:cxnChg chg="add">
          <ac:chgData name="PILLOT Aline (ENGIE IT)" userId="b83e5f60-6f36-4888-8f3a-32f6ec1cc1a9" providerId="ADAL" clId="{465F001D-4D66-4E04-993F-62FD9BD56819}" dt="2023-02-17T15:10:36.820" v="1315" actId="11529"/>
          <ac:cxnSpMkLst>
            <pc:docMk/>
            <pc:sldMk cId="3579708327" sldId="265"/>
            <ac:cxnSpMk id="43" creationId="{C31150AF-EF69-C058-96AB-90876242DAC1}"/>
          </ac:cxnSpMkLst>
        </pc:cxnChg>
      </pc:sldChg>
      <pc:sldChg chg="addSp delSp modSp mod ord">
        <pc:chgData name="PILLOT Aline (ENGIE IT)" userId="b83e5f60-6f36-4888-8f3a-32f6ec1cc1a9" providerId="ADAL" clId="{465F001D-4D66-4E04-993F-62FD9BD56819}" dt="2023-02-18T10:03:59.031" v="1893" actId="1076"/>
        <pc:sldMkLst>
          <pc:docMk/>
          <pc:sldMk cId="90262501" sldId="266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90262501" sldId="266"/>
            <ac:spMk id="2" creationId="{62E1A5D3-EA5E-4EFA-0605-3016070A7D5E}"/>
          </ac:spMkLst>
        </pc:spChg>
        <pc:spChg chg="del">
          <ac:chgData name="PILLOT Aline (ENGIE IT)" userId="b83e5f60-6f36-4888-8f3a-32f6ec1cc1a9" providerId="ADAL" clId="{465F001D-4D66-4E04-993F-62FD9BD56819}" dt="2023-02-17T09:41:41.706" v="40" actId="478"/>
          <ac:spMkLst>
            <pc:docMk/>
            <pc:sldMk cId="90262501" sldId="266"/>
            <ac:spMk id="3" creationId="{C9536323-9E30-C6E7-50F1-F864E27FFAC7}"/>
          </ac:spMkLst>
        </pc:spChg>
        <pc:spChg chg="mod">
          <ac:chgData name="PILLOT Aline (ENGIE IT)" userId="b83e5f60-6f36-4888-8f3a-32f6ec1cc1a9" providerId="ADAL" clId="{465F001D-4D66-4E04-993F-62FD9BD56819}" dt="2023-02-18T10:03:59.031" v="1893" actId="1076"/>
          <ac:spMkLst>
            <pc:docMk/>
            <pc:sldMk cId="90262501" sldId="266"/>
            <ac:spMk id="5" creationId="{026DF617-3F38-0026-84BB-8495E74C4E50}"/>
          </ac:spMkLst>
        </pc:spChg>
        <pc:picChg chg="del">
          <ac:chgData name="PILLOT Aline (ENGIE IT)" userId="b83e5f60-6f36-4888-8f3a-32f6ec1cc1a9" providerId="ADAL" clId="{465F001D-4D66-4E04-993F-62FD9BD56819}" dt="2023-02-17T09:41:39.880" v="39" actId="478"/>
          <ac:picMkLst>
            <pc:docMk/>
            <pc:sldMk cId="90262501" sldId="266"/>
            <ac:picMk id="6" creationId="{D8BD0608-1996-43C8-CF75-FC4895C0886F}"/>
          </ac:picMkLst>
        </pc:picChg>
        <pc:picChg chg="add mod">
          <ac:chgData name="PILLOT Aline (ENGIE IT)" userId="b83e5f60-6f36-4888-8f3a-32f6ec1cc1a9" providerId="ADAL" clId="{465F001D-4D66-4E04-993F-62FD9BD56819}" dt="2023-02-18T09:55:32.270" v="1857" actId="1076"/>
          <ac:picMkLst>
            <pc:docMk/>
            <pc:sldMk cId="90262501" sldId="266"/>
            <ac:picMk id="5122" creationId="{50CFC6C9-07F1-5994-03DD-FC3D21CB2751}"/>
          </ac:picMkLst>
        </pc:picChg>
      </pc:sldChg>
      <pc:sldChg chg="addSp delSp modSp mod">
        <pc:chgData name="PILLOT Aline (ENGIE IT)" userId="b83e5f60-6f36-4888-8f3a-32f6ec1cc1a9" providerId="ADAL" clId="{465F001D-4D66-4E04-993F-62FD9BD56819}" dt="2023-02-18T10:04:16.984" v="1897" actId="1076"/>
        <pc:sldMkLst>
          <pc:docMk/>
          <pc:sldMk cId="55806162" sldId="267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55806162" sldId="267"/>
            <ac:spMk id="2" creationId="{1A5A557B-1321-8675-2E9D-0F7E6FF50F3F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55806162" sldId="267"/>
            <ac:spMk id="3" creationId="{A4928A67-FC46-A700-C021-E8480BBCDF6F}"/>
          </ac:spMkLst>
        </pc:spChg>
        <pc:spChg chg="mod ord">
          <ac:chgData name="PILLOT Aline (ENGIE IT)" userId="b83e5f60-6f36-4888-8f3a-32f6ec1cc1a9" providerId="ADAL" clId="{465F001D-4D66-4E04-993F-62FD9BD56819}" dt="2023-02-18T10:04:16.984" v="1897" actId="1076"/>
          <ac:spMkLst>
            <pc:docMk/>
            <pc:sldMk cId="55806162" sldId="267"/>
            <ac:spMk id="4" creationId="{F6236568-47B4-0BD7-6EBE-271FF7C0A7D2}"/>
          </ac:spMkLst>
        </pc:spChg>
        <pc:picChg chg="del">
          <ac:chgData name="PILLOT Aline (ENGIE IT)" userId="b83e5f60-6f36-4888-8f3a-32f6ec1cc1a9" providerId="ADAL" clId="{465F001D-4D66-4E04-993F-62FD9BD56819}" dt="2023-02-17T09:54:30.715" v="54" actId="478"/>
          <ac:picMkLst>
            <pc:docMk/>
            <pc:sldMk cId="55806162" sldId="267"/>
            <ac:picMk id="2050" creationId="{85A104F1-39FF-B18C-2200-9534B3312B2F}"/>
          </ac:picMkLst>
        </pc:picChg>
        <pc:picChg chg="add mod">
          <ac:chgData name="PILLOT Aline (ENGIE IT)" userId="b83e5f60-6f36-4888-8f3a-32f6ec1cc1a9" providerId="ADAL" clId="{465F001D-4D66-4E04-993F-62FD9BD56819}" dt="2023-02-18T10:04:13.927" v="1896" actId="1076"/>
          <ac:picMkLst>
            <pc:docMk/>
            <pc:sldMk cId="55806162" sldId="267"/>
            <ac:picMk id="7170" creationId="{849FD29A-96DB-8058-B24B-2549530175C2}"/>
          </ac:picMkLst>
        </pc:picChg>
      </pc:sldChg>
      <pc:sldChg chg="addSp delSp modSp mod">
        <pc:chgData name="PILLOT Aline (ENGIE IT)" userId="b83e5f60-6f36-4888-8f3a-32f6ec1cc1a9" providerId="ADAL" clId="{465F001D-4D66-4E04-993F-62FD9BD56819}" dt="2023-02-18T10:04:50.186" v="1903" actId="1076"/>
        <pc:sldMkLst>
          <pc:docMk/>
          <pc:sldMk cId="1331686590" sldId="268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1331686590" sldId="268"/>
            <ac:spMk id="2" creationId="{8EEDB479-1F9E-0227-523B-2801AA54B0A2}"/>
          </ac:spMkLst>
        </pc:spChg>
        <pc:spChg chg="del">
          <ac:chgData name="PILLOT Aline (ENGIE IT)" userId="b83e5f60-6f36-4888-8f3a-32f6ec1cc1a9" providerId="ADAL" clId="{465F001D-4D66-4E04-993F-62FD9BD56819}" dt="2023-02-17T10:15:41.596" v="82" actId="478"/>
          <ac:spMkLst>
            <pc:docMk/>
            <pc:sldMk cId="1331686590" sldId="268"/>
            <ac:spMk id="3" creationId="{0DC57837-FEF6-7965-4A2D-CD0C3A2DAA62}"/>
          </ac:spMkLst>
        </pc:spChg>
        <pc:spChg chg="mod ord">
          <ac:chgData name="PILLOT Aline (ENGIE IT)" userId="b83e5f60-6f36-4888-8f3a-32f6ec1cc1a9" providerId="ADAL" clId="{465F001D-4D66-4E04-993F-62FD9BD56819}" dt="2023-02-18T10:04:50.186" v="1903" actId="1076"/>
          <ac:spMkLst>
            <pc:docMk/>
            <pc:sldMk cId="1331686590" sldId="268"/>
            <ac:spMk id="4" creationId="{090453AE-DF25-10ED-DD76-57FC030A978F}"/>
          </ac:spMkLst>
        </pc:spChg>
        <pc:picChg chg="del">
          <ac:chgData name="PILLOT Aline (ENGIE IT)" userId="b83e5f60-6f36-4888-8f3a-32f6ec1cc1a9" providerId="ADAL" clId="{465F001D-4D66-4E04-993F-62FD9BD56819}" dt="2023-02-17T10:00:11.737" v="80" actId="478"/>
          <ac:picMkLst>
            <pc:docMk/>
            <pc:sldMk cId="1331686590" sldId="268"/>
            <ac:picMk id="2050" creationId="{18CD10ED-3A38-F4F2-B3EC-BD6C648AA6E9}"/>
          </ac:picMkLst>
        </pc:picChg>
        <pc:picChg chg="add mod">
          <ac:chgData name="PILLOT Aline (ENGIE IT)" userId="b83e5f60-6f36-4888-8f3a-32f6ec1cc1a9" providerId="ADAL" clId="{465F001D-4D66-4E04-993F-62FD9BD56819}" dt="2023-02-18T10:04:46.657" v="1902" actId="1076"/>
          <ac:picMkLst>
            <pc:docMk/>
            <pc:sldMk cId="1331686590" sldId="268"/>
            <ac:picMk id="9218" creationId="{6E82D8A9-0964-4AEC-5303-D0B76BCC4C5E}"/>
          </ac:picMkLst>
        </pc:picChg>
      </pc:sldChg>
      <pc:sldChg chg="del">
        <pc:chgData name="PILLOT Aline (ENGIE IT)" userId="b83e5f60-6f36-4888-8f3a-32f6ec1cc1a9" providerId="ADAL" clId="{465F001D-4D66-4E04-993F-62FD9BD56819}" dt="2023-02-17T13:59:57.042" v="735" actId="47"/>
        <pc:sldMkLst>
          <pc:docMk/>
          <pc:sldMk cId="2685106750" sldId="269"/>
        </pc:sldMkLst>
      </pc:sldChg>
      <pc:sldChg chg="addSp delSp modSp mod ord">
        <pc:chgData name="PILLOT Aline (ENGIE IT)" userId="b83e5f60-6f36-4888-8f3a-32f6ec1cc1a9" providerId="ADAL" clId="{465F001D-4D66-4E04-993F-62FD9BD56819}" dt="2023-02-18T10:51:57.297" v="2266"/>
        <pc:sldMkLst>
          <pc:docMk/>
          <pc:sldMk cId="2164848080" sldId="270"/>
        </pc:sldMkLst>
        <pc:spChg chg="del mod">
          <ac:chgData name="PILLOT Aline (ENGIE IT)" userId="b83e5f60-6f36-4888-8f3a-32f6ec1cc1a9" providerId="ADAL" clId="{465F001D-4D66-4E04-993F-62FD9BD56819}" dt="2023-02-18T10:51:50.899" v="2261" actId="478"/>
          <ac:spMkLst>
            <pc:docMk/>
            <pc:sldMk cId="2164848080" sldId="270"/>
            <ac:spMk id="2" creationId="{5B39883F-E515-9864-C68F-6D2D09B14D69}"/>
          </ac:spMkLst>
        </pc:spChg>
        <pc:spChg chg="del">
          <ac:chgData name="PILLOT Aline (ENGIE IT)" userId="b83e5f60-6f36-4888-8f3a-32f6ec1cc1a9" providerId="ADAL" clId="{465F001D-4D66-4E04-993F-62FD9BD56819}" dt="2023-02-17T09:39:24.142" v="12" actId="478"/>
          <ac:spMkLst>
            <pc:docMk/>
            <pc:sldMk cId="2164848080" sldId="270"/>
            <ac:spMk id="3" creationId="{60CB8AD1-E1CF-7521-52EF-49380CBF7BC1}"/>
          </ac:spMkLst>
        </pc:spChg>
        <pc:spChg chg="mod">
          <ac:chgData name="PILLOT Aline (ENGIE IT)" userId="b83e5f60-6f36-4888-8f3a-32f6ec1cc1a9" providerId="ADAL" clId="{465F001D-4D66-4E04-993F-62FD9BD56819}" dt="2023-02-18T10:03:34.140" v="1887" actId="1076"/>
          <ac:spMkLst>
            <pc:docMk/>
            <pc:sldMk cId="2164848080" sldId="270"/>
            <ac:spMk id="4" creationId="{0EE2A51F-0199-F581-3349-2D20F988A363}"/>
          </ac:spMkLst>
        </pc:spChg>
        <pc:spChg chg="add mod">
          <ac:chgData name="PILLOT Aline (ENGIE IT)" userId="b83e5f60-6f36-4888-8f3a-32f6ec1cc1a9" providerId="ADAL" clId="{465F001D-4D66-4E04-993F-62FD9BD56819}" dt="2023-02-18T10:51:57.297" v="2266"/>
          <ac:spMkLst>
            <pc:docMk/>
            <pc:sldMk cId="2164848080" sldId="270"/>
            <ac:spMk id="7" creationId="{61ABAF4A-9399-669E-C99E-87B4C0C31D5A}"/>
          </ac:spMkLst>
        </pc:spChg>
        <pc:picChg chg="del">
          <ac:chgData name="PILLOT Aline (ENGIE IT)" userId="b83e5f60-6f36-4888-8f3a-32f6ec1cc1a9" providerId="ADAL" clId="{465F001D-4D66-4E04-993F-62FD9BD56819}" dt="2023-02-17T09:39:22.681" v="11" actId="478"/>
          <ac:picMkLst>
            <pc:docMk/>
            <pc:sldMk cId="2164848080" sldId="270"/>
            <ac:picMk id="6" creationId="{174F0BC4-E938-A006-A091-D39FE2291184}"/>
          </ac:picMkLst>
        </pc:picChg>
        <pc:picChg chg="add mod">
          <ac:chgData name="PILLOT Aline (ENGIE IT)" userId="b83e5f60-6f36-4888-8f3a-32f6ec1cc1a9" providerId="ADAL" clId="{465F001D-4D66-4E04-993F-62FD9BD56819}" dt="2023-02-17T09:39:31.224" v="15" actId="167"/>
          <ac:picMkLst>
            <pc:docMk/>
            <pc:sldMk cId="2164848080" sldId="270"/>
            <ac:picMk id="2050" creationId="{6BF268D7-BD3A-868B-EAF4-B91AFE16DAA1}"/>
          </ac:picMkLst>
        </pc:picChg>
      </pc:sldChg>
      <pc:sldChg chg="addSp delSp modSp mod ord">
        <pc:chgData name="PILLOT Aline (ENGIE IT)" userId="b83e5f60-6f36-4888-8f3a-32f6ec1cc1a9" providerId="ADAL" clId="{465F001D-4D66-4E04-993F-62FD9BD56819}" dt="2023-02-18T10:03:53.932" v="1892" actId="1076"/>
        <pc:sldMkLst>
          <pc:docMk/>
          <pc:sldMk cId="554466380" sldId="271"/>
        </pc:sldMkLst>
        <pc:spChg chg="mod">
          <ac:chgData name="PILLOT Aline (ENGIE IT)" userId="b83e5f60-6f36-4888-8f3a-32f6ec1cc1a9" providerId="ADAL" clId="{465F001D-4D66-4E04-993F-62FD9BD56819}" dt="2023-02-18T09:55:13.161" v="1853" actId="20577"/>
          <ac:spMkLst>
            <pc:docMk/>
            <pc:sldMk cId="554466380" sldId="271"/>
            <ac:spMk id="2" creationId="{5B39883F-E515-9864-C68F-6D2D09B14D69}"/>
          </ac:spMkLst>
        </pc:spChg>
        <pc:spChg chg="del">
          <ac:chgData name="PILLOT Aline (ENGIE IT)" userId="b83e5f60-6f36-4888-8f3a-32f6ec1cc1a9" providerId="ADAL" clId="{465F001D-4D66-4E04-993F-62FD9BD56819}" dt="2023-02-17T09:40:18.490" v="27" actId="478"/>
          <ac:spMkLst>
            <pc:docMk/>
            <pc:sldMk cId="554466380" sldId="271"/>
            <ac:spMk id="3" creationId="{456C8146-AECB-D538-DB74-01434658AD37}"/>
          </ac:spMkLst>
        </pc:spChg>
        <pc:spChg chg="mod">
          <ac:chgData name="PILLOT Aline (ENGIE IT)" userId="b83e5f60-6f36-4888-8f3a-32f6ec1cc1a9" providerId="ADAL" clId="{465F001D-4D66-4E04-993F-62FD9BD56819}" dt="2023-02-18T10:03:53.932" v="1892" actId="1076"/>
          <ac:spMkLst>
            <pc:docMk/>
            <pc:sldMk cId="554466380" sldId="271"/>
            <ac:spMk id="5" creationId="{9C1EA4D2-B27E-8ED9-3306-AEB2FB3ED33D}"/>
          </ac:spMkLst>
        </pc:spChg>
        <pc:picChg chg="del mod">
          <ac:chgData name="PILLOT Aline (ENGIE IT)" userId="b83e5f60-6f36-4888-8f3a-32f6ec1cc1a9" providerId="ADAL" clId="{465F001D-4D66-4E04-993F-62FD9BD56819}" dt="2023-02-17T09:40:16.542" v="26" actId="478"/>
          <ac:picMkLst>
            <pc:docMk/>
            <pc:sldMk cId="554466380" sldId="271"/>
            <ac:picMk id="4" creationId="{21F5EFD9-ABDA-0E4A-6631-6051256FB5DE}"/>
          </ac:picMkLst>
        </pc:picChg>
        <pc:picChg chg="add mod">
          <ac:chgData name="PILLOT Aline (ENGIE IT)" userId="b83e5f60-6f36-4888-8f3a-32f6ec1cc1a9" providerId="ADAL" clId="{465F001D-4D66-4E04-993F-62FD9BD56819}" dt="2023-02-18T10:03:51.857" v="1891" actId="1076"/>
          <ac:picMkLst>
            <pc:docMk/>
            <pc:sldMk cId="554466380" sldId="271"/>
            <ac:picMk id="4098" creationId="{A630B965-C8E2-112C-766E-489DF12923D7}"/>
          </ac:picMkLst>
        </pc:picChg>
      </pc:sldChg>
      <pc:sldChg chg="addSp delSp modSp mod ord">
        <pc:chgData name="PILLOT Aline (ENGIE IT)" userId="b83e5f60-6f36-4888-8f3a-32f6ec1cc1a9" providerId="ADAL" clId="{465F001D-4D66-4E04-993F-62FD9BD56819}" dt="2023-02-18T10:04:03.859" v="1894" actId="1076"/>
        <pc:sldMkLst>
          <pc:docMk/>
          <pc:sldMk cId="3237759884" sldId="272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3237759884" sldId="272"/>
            <ac:spMk id="2" creationId="{62E1A5D3-EA5E-4EFA-0605-3016070A7D5E}"/>
          </ac:spMkLst>
        </pc:spChg>
        <pc:spChg chg="del">
          <ac:chgData name="PILLOT Aline (ENGIE IT)" userId="b83e5f60-6f36-4888-8f3a-32f6ec1cc1a9" providerId="ADAL" clId="{465F001D-4D66-4E04-993F-62FD9BD56819}" dt="2023-02-17T09:41:57.466" v="44" actId="478"/>
          <ac:spMkLst>
            <pc:docMk/>
            <pc:sldMk cId="3237759884" sldId="272"/>
            <ac:spMk id="3" creationId="{C9536323-9E30-C6E7-50F1-F864E27FFAC7}"/>
          </ac:spMkLst>
        </pc:spChg>
        <pc:spChg chg="mod">
          <ac:chgData name="PILLOT Aline (ENGIE IT)" userId="b83e5f60-6f36-4888-8f3a-32f6ec1cc1a9" providerId="ADAL" clId="{465F001D-4D66-4E04-993F-62FD9BD56819}" dt="2023-02-18T10:04:03.859" v="1894" actId="1076"/>
          <ac:spMkLst>
            <pc:docMk/>
            <pc:sldMk cId="3237759884" sldId="272"/>
            <ac:spMk id="5" creationId="{026DF617-3F38-0026-84BB-8495E74C4E50}"/>
          </ac:spMkLst>
        </pc:spChg>
        <pc:picChg chg="del">
          <ac:chgData name="PILLOT Aline (ENGIE IT)" userId="b83e5f60-6f36-4888-8f3a-32f6ec1cc1a9" providerId="ADAL" clId="{465F001D-4D66-4E04-993F-62FD9BD56819}" dt="2023-02-17T09:41:55.938" v="43" actId="478"/>
          <ac:picMkLst>
            <pc:docMk/>
            <pc:sldMk cId="3237759884" sldId="272"/>
            <ac:picMk id="4" creationId="{FE97EBA2-9C13-7809-539F-056E2A734A9C}"/>
          </ac:picMkLst>
        </pc:picChg>
        <pc:picChg chg="add mod">
          <ac:chgData name="PILLOT Aline (ENGIE IT)" userId="b83e5f60-6f36-4888-8f3a-32f6ec1cc1a9" providerId="ADAL" clId="{465F001D-4D66-4E04-993F-62FD9BD56819}" dt="2023-02-18T09:55:36.810" v="1858" actId="1076"/>
          <ac:picMkLst>
            <pc:docMk/>
            <pc:sldMk cId="3237759884" sldId="272"/>
            <ac:picMk id="6146" creationId="{EDEF41D7-AFDD-E6D4-EC7B-B926BF977DB2}"/>
          </ac:picMkLst>
        </pc:picChg>
      </pc:sldChg>
      <pc:sldChg chg="addSp delSp modSp mod">
        <pc:chgData name="PILLOT Aline (ENGIE IT)" userId="b83e5f60-6f36-4888-8f3a-32f6ec1cc1a9" providerId="ADAL" clId="{465F001D-4D66-4E04-993F-62FD9BD56819}" dt="2023-02-18T10:04:32.215" v="1901" actId="1076"/>
        <pc:sldMkLst>
          <pc:docMk/>
          <pc:sldMk cId="878784316" sldId="273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878784316" sldId="273"/>
            <ac:spMk id="2" creationId="{1A5A557B-1321-8675-2E9D-0F7E6FF50F3F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878784316" sldId="273"/>
            <ac:spMk id="3" creationId="{A4928A67-FC46-A700-C021-E8480BBCDF6F}"/>
          </ac:spMkLst>
        </pc:spChg>
        <pc:spChg chg="mod ord">
          <ac:chgData name="PILLOT Aline (ENGIE IT)" userId="b83e5f60-6f36-4888-8f3a-32f6ec1cc1a9" providerId="ADAL" clId="{465F001D-4D66-4E04-993F-62FD9BD56819}" dt="2023-02-18T10:04:32.215" v="1901" actId="1076"/>
          <ac:spMkLst>
            <pc:docMk/>
            <pc:sldMk cId="878784316" sldId="273"/>
            <ac:spMk id="4" creationId="{F6236568-47B4-0BD7-6EBE-271FF7C0A7D2}"/>
          </ac:spMkLst>
        </pc:spChg>
        <pc:picChg chg="del">
          <ac:chgData name="PILLOT Aline (ENGIE IT)" userId="b83e5f60-6f36-4888-8f3a-32f6ec1cc1a9" providerId="ADAL" clId="{465F001D-4D66-4E04-993F-62FD9BD56819}" dt="2023-02-17T09:54:52.618" v="62" actId="478"/>
          <ac:picMkLst>
            <pc:docMk/>
            <pc:sldMk cId="878784316" sldId="273"/>
            <ac:picMk id="5" creationId="{3B967DC3-2D6E-B956-F8EE-06FB453F0C02}"/>
          </ac:picMkLst>
        </pc:picChg>
        <pc:picChg chg="add del">
          <ac:chgData name="PILLOT Aline (ENGIE IT)" userId="b83e5f60-6f36-4888-8f3a-32f6ec1cc1a9" providerId="ADAL" clId="{465F001D-4D66-4E04-993F-62FD9BD56819}" dt="2023-02-17T09:55:46.684" v="70" actId="478"/>
          <ac:picMkLst>
            <pc:docMk/>
            <pc:sldMk cId="878784316" sldId="273"/>
            <ac:picMk id="8194" creationId="{3895DFD2-7EE2-4AC9-C22D-69FB063990A4}"/>
          </ac:picMkLst>
        </pc:picChg>
        <pc:picChg chg="add mod">
          <ac:chgData name="PILLOT Aline (ENGIE IT)" userId="b83e5f60-6f36-4888-8f3a-32f6ec1cc1a9" providerId="ADAL" clId="{465F001D-4D66-4E04-993F-62FD9BD56819}" dt="2023-02-18T10:04:29.776" v="1900" actId="1076"/>
          <ac:picMkLst>
            <pc:docMk/>
            <pc:sldMk cId="878784316" sldId="273"/>
            <ac:picMk id="8196" creationId="{8B4B0633-0301-8CFE-C0DF-65EABC4518C0}"/>
          </ac:picMkLst>
        </pc:picChg>
      </pc:sldChg>
      <pc:sldChg chg="addSp delSp modSp mod">
        <pc:chgData name="PILLOT Aline (ENGIE IT)" userId="b83e5f60-6f36-4888-8f3a-32f6ec1cc1a9" providerId="ADAL" clId="{465F001D-4D66-4E04-993F-62FD9BD56819}" dt="2023-02-18T10:04:59.886" v="1904" actId="1076"/>
        <pc:sldMkLst>
          <pc:docMk/>
          <pc:sldMk cId="1385670287" sldId="274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1385670287" sldId="274"/>
            <ac:spMk id="2" creationId="{DDA62A15-0FD0-044D-EA82-C66D2F894F56}"/>
          </ac:spMkLst>
        </pc:spChg>
        <pc:spChg chg="del">
          <ac:chgData name="PILLOT Aline (ENGIE IT)" userId="b83e5f60-6f36-4888-8f3a-32f6ec1cc1a9" providerId="ADAL" clId="{465F001D-4D66-4E04-993F-62FD9BD56819}" dt="2023-02-17T10:15:59.664" v="86" actId="478"/>
          <ac:spMkLst>
            <pc:docMk/>
            <pc:sldMk cId="1385670287" sldId="274"/>
            <ac:spMk id="3" creationId="{0F44D6E2-E498-2173-B0FB-1DB96DACBDE6}"/>
          </ac:spMkLst>
        </pc:spChg>
        <pc:spChg chg="mod ord">
          <ac:chgData name="PILLOT Aline (ENGIE IT)" userId="b83e5f60-6f36-4888-8f3a-32f6ec1cc1a9" providerId="ADAL" clId="{465F001D-4D66-4E04-993F-62FD9BD56819}" dt="2023-02-18T10:04:59.886" v="1904" actId="1076"/>
          <ac:spMkLst>
            <pc:docMk/>
            <pc:sldMk cId="1385670287" sldId="274"/>
            <ac:spMk id="5" creationId="{B1A0FF0D-8A44-7852-70B0-DC740487273C}"/>
          </ac:spMkLst>
        </pc:spChg>
        <pc:picChg chg="del">
          <ac:chgData name="PILLOT Aline (ENGIE IT)" userId="b83e5f60-6f36-4888-8f3a-32f6ec1cc1a9" providerId="ADAL" clId="{465F001D-4D66-4E04-993F-62FD9BD56819}" dt="2023-02-17T10:00:30.350" v="81" actId="478"/>
          <ac:picMkLst>
            <pc:docMk/>
            <pc:sldMk cId="1385670287" sldId="274"/>
            <ac:picMk id="4" creationId="{CC0411A2-EEB8-961E-E4A2-0EE98F8A3B60}"/>
          </ac:picMkLst>
        </pc:picChg>
        <pc:picChg chg="add mod">
          <ac:chgData name="PILLOT Aline (ENGIE IT)" userId="b83e5f60-6f36-4888-8f3a-32f6ec1cc1a9" providerId="ADAL" clId="{465F001D-4D66-4E04-993F-62FD9BD56819}" dt="2023-02-17T10:16:06.306" v="87" actId="1076"/>
          <ac:picMkLst>
            <pc:docMk/>
            <pc:sldMk cId="1385670287" sldId="274"/>
            <ac:picMk id="6" creationId="{BDEB72D9-1BA5-2584-177A-AB4F9B6A8C13}"/>
          </ac:picMkLst>
        </pc:picChg>
      </pc:sldChg>
      <pc:sldChg chg="del">
        <pc:chgData name="PILLOT Aline (ENGIE IT)" userId="b83e5f60-6f36-4888-8f3a-32f6ec1cc1a9" providerId="ADAL" clId="{465F001D-4D66-4E04-993F-62FD9BD56819}" dt="2023-02-17T13:59:58.215" v="736" actId="47"/>
        <pc:sldMkLst>
          <pc:docMk/>
          <pc:sldMk cId="1029973982" sldId="275"/>
        </pc:sldMkLst>
      </pc:sldChg>
      <pc:sldChg chg="modSp del mod">
        <pc:chgData name="PILLOT Aline (ENGIE IT)" userId="b83e5f60-6f36-4888-8f3a-32f6ec1cc1a9" providerId="ADAL" clId="{465F001D-4D66-4E04-993F-62FD9BD56819}" dt="2023-02-17T14:00:32.314" v="771" actId="47"/>
        <pc:sldMkLst>
          <pc:docMk/>
          <pc:sldMk cId="3121575481" sldId="276"/>
        </pc:sldMkLst>
        <pc:spChg chg="mod">
          <ac:chgData name="PILLOT Aline (ENGIE IT)" userId="b83e5f60-6f36-4888-8f3a-32f6ec1cc1a9" providerId="ADAL" clId="{465F001D-4D66-4E04-993F-62FD9BD56819}" dt="2023-02-17T13:46:47.711" v="469" actId="20577"/>
          <ac:spMkLst>
            <pc:docMk/>
            <pc:sldMk cId="3121575481" sldId="276"/>
            <ac:spMk id="3" creationId="{622385B3-F16A-0B91-F7E4-53C6DBBAE9E0}"/>
          </ac:spMkLst>
        </pc:spChg>
      </pc:sldChg>
      <pc:sldChg chg="addSp delSp modSp mod">
        <pc:chgData name="PILLOT Aline (ENGIE IT)" userId="b83e5f60-6f36-4888-8f3a-32f6ec1cc1a9" providerId="ADAL" clId="{465F001D-4D66-4E04-993F-62FD9BD56819}" dt="2023-02-18T10:01:11.443" v="1876" actId="166"/>
        <pc:sldMkLst>
          <pc:docMk/>
          <pc:sldMk cId="804748103" sldId="277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804748103" sldId="277"/>
            <ac:spMk id="2" creationId="{A80C4CA8-E2C7-1CA8-F34E-4DA65B138462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804748103" sldId="277"/>
            <ac:spMk id="3" creationId="{173076FE-146F-2B9D-18DB-E79ECCC622B3}"/>
          </ac:spMkLst>
        </pc:spChg>
        <pc:spChg chg="add mod ord">
          <ac:chgData name="PILLOT Aline (ENGIE IT)" userId="b83e5f60-6f36-4888-8f3a-32f6ec1cc1a9" providerId="ADAL" clId="{465F001D-4D66-4E04-993F-62FD9BD56819}" dt="2023-02-18T10:01:11.443" v="1876" actId="166"/>
          <ac:spMkLst>
            <pc:docMk/>
            <pc:sldMk cId="804748103" sldId="277"/>
            <ac:spMk id="6" creationId="{72057810-FF3B-1584-19FE-23E4CF1103DD}"/>
          </ac:spMkLst>
        </pc:spChg>
        <pc:picChg chg="del">
          <ac:chgData name="PILLOT Aline (ENGIE IT)" userId="b83e5f60-6f36-4888-8f3a-32f6ec1cc1a9" providerId="ADAL" clId="{465F001D-4D66-4E04-993F-62FD9BD56819}" dt="2023-02-17T10:51:56.160" v="204" actId="478"/>
          <ac:picMkLst>
            <pc:docMk/>
            <pc:sldMk cId="804748103" sldId="277"/>
            <ac:picMk id="4" creationId="{AC938151-E24F-13E8-90F3-02492F765804}"/>
          </ac:picMkLst>
        </pc:picChg>
        <pc:picChg chg="del">
          <ac:chgData name="PILLOT Aline (ENGIE IT)" userId="b83e5f60-6f36-4888-8f3a-32f6ec1cc1a9" providerId="ADAL" clId="{465F001D-4D66-4E04-993F-62FD9BD56819}" dt="2023-02-17T10:51:55.359" v="203" actId="478"/>
          <ac:picMkLst>
            <pc:docMk/>
            <pc:sldMk cId="804748103" sldId="277"/>
            <ac:picMk id="5" creationId="{1A74D785-1E29-E25F-491A-676311020388}"/>
          </ac:picMkLst>
        </pc:picChg>
        <pc:picChg chg="add mod">
          <ac:chgData name="PILLOT Aline (ENGIE IT)" userId="b83e5f60-6f36-4888-8f3a-32f6ec1cc1a9" providerId="ADAL" clId="{465F001D-4D66-4E04-993F-62FD9BD56819}" dt="2023-02-18T10:01:05.067" v="1875" actId="1076"/>
          <ac:picMkLst>
            <pc:docMk/>
            <pc:sldMk cId="804748103" sldId="277"/>
            <ac:picMk id="7" creationId="{F62DDB24-043B-3588-4319-D7594E93F94D}"/>
          </ac:picMkLst>
        </pc:picChg>
        <pc:picChg chg="add del mod">
          <ac:chgData name="PILLOT Aline (ENGIE IT)" userId="b83e5f60-6f36-4888-8f3a-32f6ec1cc1a9" providerId="ADAL" clId="{465F001D-4D66-4E04-993F-62FD9BD56819}" dt="2023-02-18T10:00:45.659" v="1869" actId="478"/>
          <ac:picMkLst>
            <pc:docMk/>
            <pc:sldMk cId="804748103" sldId="277"/>
            <ac:picMk id="10242" creationId="{2D1FE218-B5E7-EFC4-A9A5-D7709B39BB2C}"/>
          </ac:picMkLst>
        </pc:picChg>
      </pc:sldChg>
      <pc:sldChg chg="addSp delSp modSp mod">
        <pc:chgData name="PILLOT Aline (ENGIE IT)" userId="b83e5f60-6f36-4888-8f3a-32f6ec1cc1a9" providerId="ADAL" clId="{465F001D-4D66-4E04-993F-62FD9BD56819}" dt="2023-02-18T10:01:32.583" v="1879" actId="207"/>
        <pc:sldMkLst>
          <pc:docMk/>
          <pc:sldMk cId="648699755" sldId="278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648699755" sldId="278"/>
            <ac:spMk id="2" creationId="{01B644C6-B383-2C3B-E50C-59E673EA0FE6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648699755" sldId="278"/>
            <ac:spMk id="3" creationId="{93655B36-03E8-185C-4F07-F8236F9DE499}"/>
          </ac:spMkLst>
        </pc:spChg>
        <pc:spChg chg="add mod">
          <ac:chgData name="PILLOT Aline (ENGIE IT)" userId="b83e5f60-6f36-4888-8f3a-32f6ec1cc1a9" providerId="ADAL" clId="{465F001D-4D66-4E04-993F-62FD9BD56819}" dt="2023-02-18T10:01:32.583" v="1879" actId="207"/>
          <ac:spMkLst>
            <pc:docMk/>
            <pc:sldMk cId="648699755" sldId="278"/>
            <ac:spMk id="8" creationId="{453C6FCD-51FA-7AB4-B7BD-D3DF42D5351D}"/>
          </ac:spMkLst>
        </pc:spChg>
        <pc:picChg chg="del">
          <ac:chgData name="PILLOT Aline (ENGIE IT)" userId="b83e5f60-6f36-4888-8f3a-32f6ec1cc1a9" providerId="ADAL" clId="{465F001D-4D66-4E04-993F-62FD9BD56819}" dt="2023-02-17T10:52:20.706" v="217" actId="478"/>
          <ac:picMkLst>
            <pc:docMk/>
            <pc:sldMk cId="648699755" sldId="278"/>
            <ac:picMk id="4" creationId="{92C7D540-85E3-8057-6F1A-E83180E000AF}"/>
          </ac:picMkLst>
        </pc:picChg>
        <pc:picChg chg="del">
          <ac:chgData name="PILLOT Aline (ENGIE IT)" userId="b83e5f60-6f36-4888-8f3a-32f6ec1cc1a9" providerId="ADAL" clId="{465F001D-4D66-4E04-993F-62FD9BD56819}" dt="2023-02-17T10:52:21.184" v="218" actId="478"/>
          <ac:picMkLst>
            <pc:docMk/>
            <pc:sldMk cId="648699755" sldId="278"/>
            <ac:picMk id="5" creationId="{2E6803F9-1C4B-A0B1-12CC-5AD953DB907E}"/>
          </ac:picMkLst>
        </pc:picChg>
        <pc:picChg chg="add mod">
          <ac:chgData name="PILLOT Aline (ENGIE IT)" userId="b83e5f60-6f36-4888-8f3a-32f6ec1cc1a9" providerId="ADAL" clId="{465F001D-4D66-4E04-993F-62FD9BD56819}" dt="2023-02-18T10:01:01.703" v="1874" actId="1076"/>
          <ac:picMkLst>
            <pc:docMk/>
            <pc:sldMk cId="648699755" sldId="278"/>
            <ac:picMk id="6" creationId="{FE714605-E6C1-31AA-B26F-511B183F6158}"/>
          </ac:picMkLst>
        </pc:picChg>
        <pc:picChg chg="add del mod">
          <ac:chgData name="PILLOT Aline (ENGIE IT)" userId="b83e5f60-6f36-4888-8f3a-32f6ec1cc1a9" providerId="ADAL" clId="{465F001D-4D66-4E04-993F-62FD9BD56819}" dt="2023-02-18T10:00:52.296" v="1871" actId="478"/>
          <ac:picMkLst>
            <pc:docMk/>
            <pc:sldMk cId="648699755" sldId="278"/>
            <ac:picMk id="7" creationId="{406423C9-7EF0-B6F9-4B0E-ABF1530288C4}"/>
          </ac:picMkLst>
        </pc:picChg>
        <pc:picChg chg="add del mod">
          <ac:chgData name="PILLOT Aline (ENGIE IT)" userId="b83e5f60-6f36-4888-8f3a-32f6ec1cc1a9" providerId="ADAL" clId="{465F001D-4D66-4E04-993F-62FD9BD56819}" dt="2023-02-17T12:25:01.627" v="278" actId="478"/>
          <ac:picMkLst>
            <pc:docMk/>
            <pc:sldMk cId="648699755" sldId="278"/>
            <ac:picMk id="11266" creationId="{2ED78AED-A22E-F2BA-679F-4F9B74E9761C}"/>
          </ac:picMkLst>
        </pc:picChg>
      </pc:sldChg>
      <pc:sldChg chg="modSp del">
        <pc:chgData name="PILLOT Aline (ENGIE IT)" userId="b83e5f60-6f36-4888-8f3a-32f6ec1cc1a9" providerId="ADAL" clId="{465F001D-4D66-4E04-993F-62FD9BD56819}" dt="2023-02-17T15:14:23.276" v="1452" actId="47"/>
        <pc:sldMkLst>
          <pc:docMk/>
          <pc:sldMk cId="1512197418" sldId="279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1512197418" sldId="279"/>
            <ac:spMk id="2" creationId="{92C33E35-E246-C1F7-DC93-2A97736C3474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1512197418" sldId="279"/>
            <ac:spMk id="3" creationId="{5E272CB3-F771-34B8-66D6-BDD190B7371D}"/>
          </ac:spMkLst>
        </pc:spChg>
      </pc:sldChg>
      <pc:sldChg chg="addSp modSp new mod">
        <pc:chgData name="PILLOT Aline (ENGIE IT)" userId="b83e5f60-6f36-4888-8f3a-32f6ec1cc1a9" providerId="ADAL" clId="{465F001D-4D66-4E04-993F-62FD9BD56819}" dt="2023-02-18T10:05:06.489" v="1905" actId="1076"/>
        <pc:sldMkLst>
          <pc:docMk/>
          <pc:sldMk cId="538191672" sldId="280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538191672" sldId="280"/>
            <ac:spMk id="2" creationId="{6D8B2EED-990F-0866-876D-AABB3C6AD90D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538191672" sldId="280"/>
            <ac:spMk id="3" creationId="{068F80FF-64C8-1890-6E87-3D972025EF22}"/>
          </ac:spMkLst>
        </pc:spChg>
        <pc:picChg chg="add mod">
          <ac:chgData name="PILLOT Aline (ENGIE IT)" userId="b83e5f60-6f36-4888-8f3a-32f6ec1cc1a9" providerId="ADAL" clId="{465F001D-4D66-4E04-993F-62FD9BD56819}" dt="2023-02-18T10:05:06.489" v="1905" actId="1076"/>
          <ac:picMkLst>
            <pc:docMk/>
            <pc:sldMk cId="538191672" sldId="280"/>
            <ac:picMk id="12290" creationId="{7B24A510-BA66-44D3-E72F-2861E356B29D}"/>
          </ac:picMkLst>
        </pc:picChg>
      </pc:sldChg>
      <pc:sldChg chg="addSp delSp modSp new mod">
        <pc:chgData name="PILLOT Aline (ENGIE IT)" userId="b83e5f60-6f36-4888-8f3a-32f6ec1cc1a9" providerId="ADAL" clId="{465F001D-4D66-4E04-993F-62FD9BD56819}" dt="2023-02-18T10:05:13.073" v="1908" actId="1076"/>
        <pc:sldMkLst>
          <pc:docMk/>
          <pc:sldMk cId="358544089" sldId="281"/>
        </pc:sldMkLst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358544089" sldId="281"/>
            <ac:spMk id="2" creationId="{DF78BD91-1141-0919-02FF-8266E3E79D97}"/>
          </ac:spMkLst>
        </pc:spChg>
        <pc:spChg chg="mod">
          <ac:chgData name="PILLOT Aline (ENGIE IT)" userId="b83e5f60-6f36-4888-8f3a-32f6ec1cc1a9" providerId="ADAL" clId="{465F001D-4D66-4E04-993F-62FD9BD56819}" dt="2023-02-17T14:05:11.253" v="833"/>
          <ac:spMkLst>
            <pc:docMk/>
            <pc:sldMk cId="358544089" sldId="281"/>
            <ac:spMk id="3" creationId="{BE6009EE-94F1-2D56-0C1E-89BE1CCD4426}"/>
          </ac:spMkLst>
        </pc:spChg>
        <pc:picChg chg="add del mod">
          <ac:chgData name="PILLOT Aline (ENGIE IT)" userId="b83e5f60-6f36-4888-8f3a-32f6ec1cc1a9" providerId="ADAL" clId="{465F001D-4D66-4E04-993F-62FD9BD56819}" dt="2023-02-17T13:47:11.506" v="470" actId="478"/>
          <ac:picMkLst>
            <pc:docMk/>
            <pc:sldMk cId="358544089" sldId="281"/>
            <ac:picMk id="4" creationId="{29513573-8925-5062-4E69-B24516FDF698}"/>
          </ac:picMkLst>
        </pc:picChg>
        <pc:picChg chg="add mod">
          <ac:chgData name="PILLOT Aline (ENGIE IT)" userId="b83e5f60-6f36-4888-8f3a-32f6ec1cc1a9" providerId="ADAL" clId="{465F001D-4D66-4E04-993F-62FD9BD56819}" dt="2023-02-18T10:05:13.073" v="1908" actId="1076"/>
          <ac:picMkLst>
            <pc:docMk/>
            <pc:sldMk cId="358544089" sldId="281"/>
            <ac:picMk id="13314" creationId="{6AF3CA1C-4856-2C42-42FF-F31C0EA98060}"/>
          </ac:picMkLst>
        </pc:picChg>
      </pc:sldChg>
      <pc:sldChg chg="addSp delSp modSp add mod ord">
        <pc:chgData name="PILLOT Aline (ENGIE IT)" userId="b83e5f60-6f36-4888-8f3a-32f6ec1cc1a9" providerId="ADAL" clId="{465F001D-4D66-4E04-993F-62FD9BD56819}" dt="2023-02-18T18:42:42.004" v="2285" actId="20577"/>
        <pc:sldMkLst>
          <pc:docMk/>
          <pc:sldMk cId="3838351975" sldId="282"/>
        </pc:sldMkLst>
        <pc:spChg chg="mod">
          <ac:chgData name="PILLOT Aline (ENGIE IT)" userId="b83e5f60-6f36-4888-8f3a-32f6ec1cc1a9" providerId="ADAL" clId="{465F001D-4D66-4E04-993F-62FD9BD56819}" dt="2023-02-17T15:10:52.272" v="1322" actId="20577"/>
          <ac:spMkLst>
            <pc:docMk/>
            <pc:sldMk cId="3838351975" sldId="282"/>
            <ac:spMk id="2" creationId="{92C33E35-E246-C1F7-DC93-2A97736C3474}"/>
          </ac:spMkLst>
        </pc:spChg>
        <pc:spChg chg="mod">
          <ac:chgData name="PILLOT Aline (ENGIE IT)" userId="b83e5f60-6f36-4888-8f3a-32f6ec1cc1a9" providerId="ADAL" clId="{465F001D-4D66-4E04-993F-62FD9BD56819}" dt="2023-02-18T18:42:42.004" v="2285" actId="20577"/>
          <ac:spMkLst>
            <pc:docMk/>
            <pc:sldMk cId="3838351975" sldId="282"/>
            <ac:spMk id="7" creationId="{9D4ECA0A-F492-5B13-9313-16F56DB37E7A}"/>
          </ac:spMkLst>
        </pc:spChg>
        <pc:spChg chg="mod">
          <ac:chgData name="PILLOT Aline (ENGIE IT)" userId="b83e5f60-6f36-4888-8f3a-32f6ec1cc1a9" providerId="ADAL" clId="{465F001D-4D66-4E04-993F-62FD9BD56819}" dt="2023-02-18T06:41:21.570" v="1567" actId="14100"/>
          <ac:spMkLst>
            <pc:docMk/>
            <pc:sldMk cId="3838351975" sldId="282"/>
            <ac:spMk id="8" creationId="{D1A14A33-9FF3-C05A-3E82-C02B6B10156A}"/>
          </ac:spMkLst>
        </pc:spChg>
        <pc:spChg chg="mod">
          <ac:chgData name="PILLOT Aline (ENGIE IT)" userId="b83e5f60-6f36-4888-8f3a-32f6ec1cc1a9" providerId="ADAL" clId="{465F001D-4D66-4E04-993F-62FD9BD56819}" dt="2023-02-18T06:41:37.417" v="1571" actId="1076"/>
          <ac:spMkLst>
            <pc:docMk/>
            <pc:sldMk cId="3838351975" sldId="282"/>
            <ac:spMk id="10" creationId="{192490B1-CD4A-C36E-1DEE-BFA4A82EEE38}"/>
          </ac:spMkLst>
        </pc:spChg>
        <pc:spChg chg="mod">
          <ac:chgData name="PILLOT Aline (ENGIE IT)" userId="b83e5f60-6f36-4888-8f3a-32f6ec1cc1a9" providerId="ADAL" clId="{465F001D-4D66-4E04-993F-62FD9BD56819}" dt="2023-02-18T06:41:43.746" v="1572" actId="1076"/>
          <ac:spMkLst>
            <pc:docMk/>
            <pc:sldMk cId="3838351975" sldId="282"/>
            <ac:spMk id="11" creationId="{68F073FE-2047-791E-F196-0D8F2D33D785}"/>
          </ac:spMkLst>
        </pc:spChg>
        <pc:spChg chg="mod">
          <ac:chgData name="PILLOT Aline (ENGIE IT)" userId="b83e5f60-6f36-4888-8f3a-32f6ec1cc1a9" providerId="ADAL" clId="{465F001D-4D66-4E04-993F-62FD9BD56819}" dt="2023-02-18T06:41:58.808" v="1573" actId="1076"/>
          <ac:spMkLst>
            <pc:docMk/>
            <pc:sldMk cId="3838351975" sldId="282"/>
            <ac:spMk id="12" creationId="{3F93F322-3EEA-ABD2-923F-D975ED1B1089}"/>
          </ac:spMkLst>
        </pc:spChg>
        <pc:spChg chg="mod">
          <ac:chgData name="PILLOT Aline (ENGIE IT)" userId="b83e5f60-6f36-4888-8f3a-32f6ec1cc1a9" providerId="ADAL" clId="{465F001D-4D66-4E04-993F-62FD9BD56819}" dt="2023-02-18T06:30:32.842" v="1496" actId="1076"/>
          <ac:spMkLst>
            <pc:docMk/>
            <pc:sldMk cId="3838351975" sldId="282"/>
            <ac:spMk id="13" creationId="{53397E10-BCFF-3A7A-2586-3386238DED43}"/>
          </ac:spMkLst>
        </pc:spChg>
        <pc:spChg chg="del">
          <ac:chgData name="PILLOT Aline (ENGIE IT)" userId="b83e5f60-6f36-4888-8f3a-32f6ec1cc1a9" providerId="ADAL" clId="{465F001D-4D66-4E04-993F-62FD9BD56819}" dt="2023-02-17T15:12:09.306" v="1331" actId="478"/>
          <ac:spMkLst>
            <pc:docMk/>
            <pc:sldMk cId="3838351975" sldId="282"/>
            <ac:spMk id="14" creationId="{24965686-95D5-0FD1-6E92-C1F265672AEC}"/>
          </ac:spMkLst>
        </pc:spChg>
        <pc:spChg chg="del">
          <ac:chgData name="PILLOT Aline (ENGIE IT)" userId="b83e5f60-6f36-4888-8f3a-32f6ec1cc1a9" providerId="ADAL" clId="{465F001D-4D66-4E04-993F-62FD9BD56819}" dt="2023-02-17T15:12:09.924" v="1332" actId="478"/>
          <ac:spMkLst>
            <pc:docMk/>
            <pc:sldMk cId="3838351975" sldId="282"/>
            <ac:spMk id="15" creationId="{E21E7CD0-0D81-E937-7EBB-12D22422A0FA}"/>
          </ac:spMkLst>
        </pc:spChg>
        <pc:spChg chg="del">
          <ac:chgData name="PILLOT Aline (ENGIE IT)" userId="b83e5f60-6f36-4888-8f3a-32f6ec1cc1a9" providerId="ADAL" clId="{465F001D-4D66-4E04-993F-62FD9BD56819}" dt="2023-02-17T15:12:16.411" v="1338" actId="478"/>
          <ac:spMkLst>
            <pc:docMk/>
            <pc:sldMk cId="3838351975" sldId="282"/>
            <ac:spMk id="17" creationId="{73D19B1E-49C4-5B6A-A034-18A52F72952B}"/>
          </ac:spMkLst>
        </pc:spChg>
        <pc:spChg chg="mod">
          <ac:chgData name="PILLOT Aline (ENGIE IT)" userId="b83e5f60-6f36-4888-8f3a-32f6ec1cc1a9" providerId="ADAL" clId="{465F001D-4D66-4E04-993F-62FD9BD56819}" dt="2023-02-18T10:00:20.548" v="1867" actId="1076"/>
          <ac:spMkLst>
            <pc:docMk/>
            <pc:sldMk cId="3838351975" sldId="282"/>
            <ac:spMk id="18" creationId="{8BC234A7-0BCD-6844-3704-1E0204DB61D1}"/>
          </ac:spMkLst>
        </pc:spChg>
        <pc:spChg chg="mod">
          <ac:chgData name="PILLOT Aline (ENGIE IT)" userId="b83e5f60-6f36-4888-8f3a-32f6ec1cc1a9" providerId="ADAL" clId="{465F001D-4D66-4E04-993F-62FD9BD56819}" dt="2023-02-17T15:12:25.225" v="1347" actId="20577"/>
          <ac:spMkLst>
            <pc:docMk/>
            <pc:sldMk cId="3838351975" sldId="282"/>
            <ac:spMk id="19" creationId="{8F40DB33-054A-9FF1-1B22-D94F68475BA3}"/>
          </ac:spMkLst>
        </pc:spChg>
        <pc:cxnChg chg="add mod">
          <ac:chgData name="PILLOT Aline (ENGIE IT)" userId="b83e5f60-6f36-4888-8f3a-32f6ec1cc1a9" providerId="ADAL" clId="{465F001D-4D66-4E04-993F-62FD9BD56819}" dt="2023-02-18T06:41:31.402" v="1570" actId="14100"/>
          <ac:cxnSpMkLst>
            <pc:docMk/>
            <pc:sldMk cId="3838351975" sldId="282"/>
            <ac:cxnSpMk id="6" creationId="{9ACB3BFB-E564-59D6-25A2-84E8E80A3E28}"/>
          </ac:cxnSpMkLst>
        </pc:cxnChg>
        <pc:cxnChg chg="add del mod">
          <ac:chgData name="PILLOT Aline (ENGIE IT)" userId="b83e5f60-6f36-4888-8f3a-32f6ec1cc1a9" providerId="ADAL" clId="{465F001D-4D66-4E04-993F-62FD9BD56819}" dt="2023-02-17T15:14:02.894" v="1441" actId="478"/>
          <ac:cxnSpMkLst>
            <pc:docMk/>
            <pc:sldMk cId="3838351975" sldId="282"/>
            <ac:cxnSpMk id="21" creationId="{00D338B5-5C5B-944D-9FCA-BCA5180EB7B5}"/>
          </ac:cxnSpMkLst>
        </pc:cxnChg>
        <pc:cxnChg chg="del mod">
          <ac:chgData name="PILLOT Aline (ENGIE IT)" userId="b83e5f60-6f36-4888-8f3a-32f6ec1cc1a9" providerId="ADAL" clId="{465F001D-4D66-4E04-993F-62FD9BD56819}" dt="2023-02-17T15:12:18.416" v="1341" actId="478"/>
          <ac:cxnSpMkLst>
            <pc:docMk/>
            <pc:sldMk cId="3838351975" sldId="282"/>
            <ac:cxnSpMk id="22" creationId="{1BFCECB8-6FE8-F763-DED5-5C3BBA6F9AD9}"/>
          </ac:cxnSpMkLst>
        </pc:cxnChg>
        <pc:cxnChg chg="del mod">
          <ac:chgData name="PILLOT Aline (ENGIE IT)" userId="b83e5f60-6f36-4888-8f3a-32f6ec1cc1a9" providerId="ADAL" clId="{465F001D-4D66-4E04-993F-62FD9BD56819}" dt="2023-02-17T15:12:17.962" v="1340" actId="478"/>
          <ac:cxnSpMkLst>
            <pc:docMk/>
            <pc:sldMk cId="3838351975" sldId="282"/>
            <ac:cxnSpMk id="25" creationId="{7F10DE6D-B8F6-7253-5F13-5ED987A11F22}"/>
          </ac:cxnSpMkLst>
        </pc:cxnChg>
        <pc:cxnChg chg="del mod">
          <ac:chgData name="PILLOT Aline (ENGIE IT)" userId="b83e5f60-6f36-4888-8f3a-32f6ec1cc1a9" providerId="ADAL" clId="{465F001D-4D66-4E04-993F-62FD9BD56819}" dt="2023-02-17T15:12:17.329" v="1339" actId="478"/>
          <ac:cxnSpMkLst>
            <pc:docMk/>
            <pc:sldMk cId="3838351975" sldId="282"/>
            <ac:cxnSpMk id="27" creationId="{53104EA1-1239-12E2-29E3-C66DD1E3D41E}"/>
          </ac:cxnSpMkLst>
        </pc:cxnChg>
        <pc:cxnChg chg="del mod">
          <ac:chgData name="PILLOT Aline (ENGIE IT)" userId="b83e5f60-6f36-4888-8f3a-32f6ec1cc1a9" providerId="ADAL" clId="{465F001D-4D66-4E04-993F-62FD9BD56819}" dt="2023-02-17T15:12:19.550" v="1342" actId="478"/>
          <ac:cxnSpMkLst>
            <pc:docMk/>
            <pc:sldMk cId="3838351975" sldId="282"/>
            <ac:cxnSpMk id="29" creationId="{35301166-604F-E856-AD0C-18D464F15D67}"/>
          </ac:cxnSpMkLst>
        </pc:cxnChg>
        <pc:cxnChg chg="add mod">
          <ac:chgData name="PILLOT Aline (ENGIE IT)" userId="b83e5f60-6f36-4888-8f3a-32f6ec1cc1a9" providerId="ADAL" clId="{465F001D-4D66-4E04-993F-62FD9BD56819}" dt="2023-02-18T10:00:20.548" v="1867" actId="1076"/>
          <ac:cxnSpMkLst>
            <pc:docMk/>
            <pc:sldMk cId="3838351975" sldId="282"/>
            <ac:cxnSpMk id="30" creationId="{D2914BC1-C7BA-E3CD-14A4-CBFF529C9806}"/>
          </ac:cxnSpMkLst>
        </pc:cxnChg>
        <pc:cxnChg chg="del mod">
          <ac:chgData name="PILLOT Aline (ENGIE IT)" userId="b83e5f60-6f36-4888-8f3a-32f6ec1cc1a9" providerId="ADAL" clId="{465F001D-4D66-4E04-993F-62FD9BD56819}" dt="2023-02-17T15:12:20.067" v="1343" actId="478"/>
          <ac:cxnSpMkLst>
            <pc:docMk/>
            <pc:sldMk cId="3838351975" sldId="282"/>
            <ac:cxnSpMk id="31" creationId="{4D3F5BA7-4800-583C-BC4D-F6E7C2A6D48E}"/>
          </ac:cxnSpMkLst>
        </pc:cxnChg>
        <pc:cxnChg chg="del mod">
          <ac:chgData name="PILLOT Aline (ENGIE IT)" userId="b83e5f60-6f36-4888-8f3a-32f6ec1cc1a9" providerId="ADAL" clId="{465F001D-4D66-4E04-993F-62FD9BD56819}" dt="2023-02-17T15:12:21.084" v="1344" actId="478"/>
          <ac:cxnSpMkLst>
            <pc:docMk/>
            <pc:sldMk cId="3838351975" sldId="282"/>
            <ac:cxnSpMk id="33" creationId="{B267A9C7-DFC5-767E-CD0A-3E444690DC38}"/>
          </ac:cxnSpMkLst>
        </pc:cxnChg>
        <pc:cxnChg chg="mod">
          <ac:chgData name="PILLOT Aline (ENGIE IT)" userId="b83e5f60-6f36-4888-8f3a-32f6ec1cc1a9" providerId="ADAL" clId="{465F001D-4D66-4E04-993F-62FD9BD56819}" dt="2023-02-18T06:30:32.842" v="1496" actId="1076"/>
          <ac:cxnSpMkLst>
            <pc:docMk/>
            <pc:sldMk cId="3838351975" sldId="282"/>
            <ac:cxnSpMk id="35" creationId="{B60B1B98-854E-35F3-0A31-E3EBA8EE62F7}"/>
          </ac:cxnSpMkLst>
        </pc:cxnChg>
        <pc:cxnChg chg="mod">
          <ac:chgData name="PILLOT Aline (ENGIE IT)" userId="b83e5f60-6f36-4888-8f3a-32f6ec1cc1a9" providerId="ADAL" clId="{465F001D-4D66-4E04-993F-62FD9BD56819}" dt="2023-02-18T10:00:20.548" v="1867" actId="1076"/>
          <ac:cxnSpMkLst>
            <pc:docMk/>
            <pc:sldMk cId="3838351975" sldId="282"/>
            <ac:cxnSpMk id="37" creationId="{2880322D-067A-4561-3E6F-48D55385CCEB}"/>
          </ac:cxnSpMkLst>
        </pc:cxnChg>
        <pc:cxnChg chg="del mod">
          <ac:chgData name="PILLOT Aline (ENGIE IT)" userId="b83e5f60-6f36-4888-8f3a-32f6ec1cc1a9" providerId="ADAL" clId="{465F001D-4D66-4E04-993F-62FD9BD56819}" dt="2023-02-17T15:12:21.480" v="1345" actId="478"/>
          <ac:cxnSpMkLst>
            <pc:docMk/>
            <pc:sldMk cId="3838351975" sldId="282"/>
            <ac:cxnSpMk id="39" creationId="{0353F7EE-9E4E-C147-853C-409168FAA3CB}"/>
          </ac:cxnSpMkLst>
        </pc:cxnChg>
        <pc:cxnChg chg="del mod">
          <ac:chgData name="PILLOT Aline (ENGIE IT)" userId="b83e5f60-6f36-4888-8f3a-32f6ec1cc1a9" providerId="ADAL" clId="{465F001D-4D66-4E04-993F-62FD9BD56819}" dt="2023-02-17T15:12:26.491" v="1348" actId="478"/>
          <ac:cxnSpMkLst>
            <pc:docMk/>
            <pc:sldMk cId="3838351975" sldId="282"/>
            <ac:cxnSpMk id="41" creationId="{8E82EF84-7B45-F386-9107-D5A269787EEA}"/>
          </ac:cxnSpMkLst>
        </pc:cxnChg>
      </pc:sldChg>
      <pc:sldChg chg="delSp modSp add mod">
        <pc:chgData name="PILLOT Aline (ENGIE IT)" userId="b83e5f60-6f36-4888-8f3a-32f6ec1cc1a9" providerId="ADAL" clId="{465F001D-4D66-4E04-993F-62FD9BD56819}" dt="2023-02-18T09:55:54.910" v="1862" actId="478"/>
        <pc:sldMkLst>
          <pc:docMk/>
          <pc:sldMk cId="1538154680" sldId="283"/>
        </pc:sldMkLst>
        <pc:spChg chg="del">
          <ac:chgData name="PILLOT Aline (ENGIE IT)" userId="b83e5f60-6f36-4888-8f3a-32f6ec1cc1a9" providerId="ADAL" clId="{465F001D-4D66-4E04-993F-62FD9BD56819}" dt="2023-02-18T09:55:53.449" v="1860" actId="478"/>
          <ac:spMkLst>
            <pc:docMk/>
            <pc:sldMk cId="1538154680" sldId="283"/>
            <ac:spMk id="15" creationId="{E21E7CD0-0D81-E937-7EBB-12D22422A0FA}"/>
          </ac:spMkLst>
        </pc:spChg>
        <pc:cxnChg chg="del mod">
          <ac:chgData name="PILLOT Aline (ENGIE IT)" userId="b83e5f60-6f36-4888-8f3a-32f6ec1cc1a9" providerId="ADAL" clId="{465F001D-4D66-4E04-993F-62FD9BD56819}" dt="2023-02-18T09:55:54.240" v="1861" actId="478"/>
          <ac:cxnSpMkLst>
            <pc:docMk/>
            <pc:sldMk cId="1538154680" sldId="283"/>
            <ac:cxnSpMk id="31" creationId="{4D3F5BA7-4800-583C-BC4D-F6E7C2A6D48E}"/>
          </ac:cxnSpMkLst>
        </pc:cxnChg>
        <pc:cxnChg chg="del mod">
          <ac:chgData name="PILLOT Aline (ENGIE IT)" userId="b83e5f60-6f36-4888-8f3a-32f6ec1cc1a9" providerId="ADAL" clId="{465F001D-4D66-4E04-993F-62FD9BD56819}" dt="2023-02-18T09:55:54.910" v="1862" actId="478"/>
          <ac:cxnSpMkLst>
            <pc:docMk/>
            <pc:sldMk cId="1538154680" sldId="283"/>
            <ac:cxnSpMk id="41" creationId="{8E82EF84-7B45-F386-9107-D5A269787EEA}"/>
          </ac:cxnSpMkLst>
        </pc:cxnChg>
      </pc:sldChg>
      <pc:sldChg chg="delSp modSp add mod ord">
        <pc:chgData name="PILLOT Aline (ENGIE IT)" userId="b83e5f60-6f36-4888-8f3a-32f6ec1cc1a9" providerId="ADAL" clId="{465F001D-4D66-4E04-993F-62FD9BD56819}" dt="2023-02-18T09:54:04.505" v="1786"/>
        <pc:sldMkLst>
          <pc:docMk/>
          <pc:sldMk cId="1386718743" sldId="284"/>
        </pc:sldMkLst>
        <pc:spChg chg="del">
          <ac:chgData name="PILLOT Aline (ENGIE IT)" userId="b83e5f60-6f36-4888-8f3a-32f6ec1cc1a9" providerId="ADAL" clId="{465F001D-4D66-4E04-993F-62FD9BD56819}" dt="2023-02-18T09:53:51.272" v="1780" actId="478"/>
          <ac:spMkLst>
            <pc:docMk/>
            <pc:sldMk cId="1386718743" sldId="284"/>
            <ac:spMk id="17" creationId="{73D19B1E-49C4-5B6A-A034-18A52F72952B}"/>
          </ac:spMkLst>
        </pc:spChg>
        <pc:cxnChg chg="del mod">
          <ac:chgData name="PILLOT Aline (ENGIE IT)" userId="b83e5f60-6f36-4888-8f3a-32f6ec1cc1a9" providerId="ADAL" clId="{465F001D-4D66-4E04-993F-62FD9BD56819}" dt="2023-02-18T09:53:51.667" v="1781" actId="478"/>
          <ac:cxnSpMkLst>
            <pc:docMk/>
            <pc:sldMk cId="1386718743" sldId="284"/>
            <ac:cxnSpMk id="27" creationId="{53104EA1-1239-12E2-29E3-C66DD1E3D41E}"/>
          </ac:cxnSpMkLst>
        </pc:cxnChg>
        <pc:cxnChg chg="del mod">
          <ac:chgData name="PILLOT Aline (ENGIE IT)" userId="b83e5f60-6f36-4888-8f3a-32f6ec1cc1a9" providerId="ADAL" clId="{465F001D-4D66-4E04-993F-62FD9BD56819}" dt="2023-02-18T09:53:52.237" v="1782" actId="478"/>
          <ac:cxnSpMkLst>
            <pc:docMk/>
            <pc:sldMk cId="1386718743" sldId="284"/>
            <ac:cxnSpMk id="39" creationId="{0353F7EE-9E4E-C147-853C-409168FAA3CB}"/>
          </ac:cxnSpMkLst>
        </pc:cxnChg>
      </pc:sldChg>
      <pc:sldChg chg="add ord">
        <pc:chgData name="PILLOT Aline (ENGIE IT)" userId="b83e5f60-6f36-4888-8f3a-32f6ec1cc1a9" providerId="ADAL" clId="{465F001D-4D66-4E04-993F-62FD9BD56819}" dt="2023-02-18T09:55:59.642" v="1866"/>
        <pc:sldMkLst>
          <pc:docMk/>
          <pc:sldMk cId="742523890" sldId="285"/>
        </pc:sldMkLst>
      </pc:sldChg>
      <pc:sldChg chg="addSp delSp modSp add mod">
        <pc:chgData name="PILLOT Aline (ENGIE IT)" userId="b83e5f60-6f36-4888-8f3a-32f6ec1cc1a9" providerId="ADAL" clId="{465F001D-4D66-4E04-993F-62FD9BD56819}" dt="2023-02-18T10:32:03.155" v="2241" actId="1076"/>
        <pc:sldMkLst>
          <pc:docMk/>
          <pc:sldMk cId="3605212822" sldId="286"/>
        </pc:sldMkLst>
        <pc:spChg chg="mod">
          <ac:chgData name="PILLOT Aline (ENGIE IT)" userId="b83e5f60-6f36-4888-8f3a-32f6ec1cc1a9" providerId="ADAL" clId="{465F001D-4D66-4E04-993F-62FD9BD56819}" dt="2023-02-18T10:30:16.849" v="2197" actId="20577"/>
          <ac:spMkLst>
            <pc:docMk/>
            <pc:sldMk cId="3605212822" sldId="286"/>
            <ac:spMk id="2" creationId="{92C33E35-E246-C1F7-DC93-2A97736C3474}"/>
          </ac:spMkLst>
        </pc:spChg>
        <pc:spChg chg="add mod">
          <ac:chgData name="PILLOT Aline (ENGIE IT)" userId="b83e5f60-6f36-4888-8f3a-32f6ec1cc1a9" providerId="ADAL" clId="{465F001D-4D66-4E04-993F-62FD9BD56819}" dt="2023-02-18T10:31:59.847" v="2240" actId="1076"/>
          <ac:spMkLst>
            <pc:docMk/>
            <pc:sldMk cId="3605212822" sldId="286"/>
            <ac:spMk id="3" creationId="{E4575DFD-E394-146C-8A2E-3585187C505F}"/>
          </ac:spMkLst>
        </pc:spChg>
        <pc:spChg chg="mod">
          <ac:chgData name="PILLOT Aline (ENGIE IT)" userId="b83e5f60-6f36-4888-8f3a-32f6ec1cc1a9" providerId="ADAL" clId="{465F001D-4D66-4E04-993F-62FD9BD56819}" dt="2023-02-18T10:24:59.823" v="2133" actId="1076"/>
          <ac:spMkLst>
            <pc:docMk/>
            <pc:sldMk cId="3605212822" sldId="286"/>
            <ac:spMk id="7" creationId="{9D4ECA0A-F492-5B13-9313-16F56DB37E7A}"/>
          </ac:spMkLst>
        </pc:spChg>
        <pc:spChg chg="del mod">
          <ac:chgData name="PILLOT Aline (ENGIE IT)" userId="b83e5f60-6f36-4888-8f3a-32f6ec1cc1a9" providerId="ADAL" clId="{465F001D-4D66-4E04-993F-62FD9BD56819}" dt="2023-02-18T10:20:14.949" v="2086" actId="478"/>
          <ac:spMkLst>
            <pc:docMk/>
            <pc:sldMk cId="3605212822" sldId="286"/>
            <ac:spMk id="8" creationId="{D1A14A33-9FF3-C05A-3E82-C02B6B10156A}"/>
          </ac:spMkLst>
        </pc:spChg>
        <pc:spChg chg="mod">
          <ac:chgData name="PILLOT Aline (ENGIE IT)" userId="b83e5f60-6f36-4888-8f3a-32f6ec1cc1a9" providerId="ADAL" clId="{465F001D-4D66-4E04-993F-62FD9BD56819}" dt="2023-02-18T10:22:39.818" v="2125" actId="20577"/>
          <ac:spMkLst>
            <pc:docMk/>
            <pc:sldMk cId="3605212822" sldId="286"/>
            <ac:spMk id="9" creationId="{7BDC31D3-63B8-B7A2-454F-478985CD9021}"/>
          </ac:spMkLst>
        </pc:spChg>
        <pc:spChg chg="mod">
          <ac:chgData name="PILLOT Aline (ENGIE IT)" userId="b83e5f60-6f36-4888-8f3a-32f6ec1cc1a9" providerId="ADAL" clId="{465F001D-4D66-4E04-993F-62FD9BD56819}" dt="2023-02-18T10:27:57.903" v="2141" actId="1076"/>
          <ac:spMkLst>
            <pc:docMk/>
            <pc:sldMk cId="3605212822" sldId="286"/>
            <ac:spMk id="10" creationId="{192490B1-CD4A-C36E-1DEE-BFA4A82EEE38}"/>
          </ac:spMkLst>
        </pc:spChg>
        <pc:spChg chg="mod">
          <ac:chgData name="PILLOT Aline (ENGIE IT)" userId="b83e5f60-6f36-4888-8f3a-32f6ec1cc1a9" providerId="ADAL" clId="{465F001D-4D66-4E04-993F-62FD9BD56819}" dt="2023-02-18T10:25:06.721" v="2134" actId="1076"/>
          <ac:spMkLst>
            <pc:docMk/>
            <pc:sldMk cId="3605212822" sldId="286"/>
            <ac:spMk id="11" creationId="{68F073FE-2047-791E-F196-0D8F2D33D785}"/>
          </ac:spMkLst>
        </pc:spChg>
        <pc:spChg chg="mod">
          <ac:chgData name="PILLOT Aline (ENGIE IT)" userId="b83e5f60-6f36-4888-8f3a-32f6ec1cc1a9" providerId="ADAL" clId="{465F001D-4D66-4E04-993F-62FD9BD56819}" dt="2023-02-18T10:25:11.387" v="2135" actId="1076"/>
          <ac:spMkLst>
            <pc:docMk/>
            <pc:sldMk cId="3605212822" sldId="286"/>
            <ac:spMk id="12" creationId="{3F93F322-3EEA-ABD2-923F-D975ED1B1089}"/>
          </ac:spMkLst>
        </pc:spChg>
        <pc:spChg chg="del">
          <ac:chgData name="PILLOT Aline (ENGIE IT)" userId="b83e5f60-6f36-4888-8f3a-32f6ec1cc1a9" providerId="ADAL" clId="{465F001D-4D66-4E04-993F-62FD9BD56819}" dt="2023-02-18T10:18:25.542" v="1953" actId="478"/>
          <ac:spMkLst>
            <pc:docMk/>
            <pc:sldMk cId="3605212822" sldId="286"/>
            <ac:spMk id="13" creationId="{53397E10-BCFF-3A7A-2586-3386238DED43}"/>
          </ac:spMkLst>
        </pc:spChg>
        <pc:spChg chg="mod">
          <ac:chgData name="PILLOT Aline (ENGIE IT)" userId="b83e5f60-6f36-4888-8f3a-32f6ec1cc1a9" providerId="ADAL" clId="{465F001D-4D66-4E04-993F-62FD9BD56819}" dt="2023-02-18T10:28:39.668" v="2144" actId="113"/>
          <ac:spMkLst>
            <pc:docMk/>
            <pc:sldMk cId="3605212822" sldId="286"/>
            <ac:spMk id="14" creationId="{24965686-95D5-0FD1-6E92-C1F265672AEC}"/>
          </ac:spMkLst>
        </pc:spChg>
        <pc:spChg chg="mod">
          <ac:chgData name="PILLOT Aline (ENGIE IT)" userId="b83e5f60-6f36-4888-8f3a-32f6ec1cc1a9" providerId="ADAL" clId="{465F001D-4D66-4E04-993F-62FD9BD56819}" dt="2023-02-18T10:28:39.668" v="2144" actId="113"/>
          <ac:spMkLst>
            <pc:docMk/>
            <pc:sldMk cId="3605212822" sldId="286"/>
            <ac:spMk id="15" creationId="{E21E7CD0-0D81-E937-7EBB-12D22422A0FA}"/>
          </ac:spMkLst>
        </pc:spChg>
        <pc:spChg chg="del">
          <ac:chgData name="PILLOT Aline (ENGIE IT)" userId="b83e5f60-6f36-4888-8f3a-32f6ec1cc1a9" providerId="ADAL" clId="{465F001D-4D66-4E04-993F-62FD9BD56819}" dt="2023-02-18T10:18:30.002" v="1957" actId="478"/>
          <ac:spMkLst>
            <pc:docMk/>
            <pc:sldMk cId="3605212822" sldId="286"/>
            <ac:spMk id="17" creationId="{73D19B1E-49C4-5B6A-A034-18A52F72952B}"/>
          </ac:spMkLst>
        </pc:spChg>
        <pc:spChg chg="mod">
          <ac:chgData name="PILLOT Aline (ENGIE IT)" userId="b83e5f60-6f36-4888-8f3a-32f6ec1cc1a9" providerId="ADAL" clId="{465F001D-4D66-4E04-993F-62FD9BD56819}" dt="2023-02-18T10:25:26.802" v="2137" actId="1076"/>
          <ac:spMkLst>
            <pc:docMk/>
            <pc:sldMk cId="3605212822" sldId="286"/>
            <ac:spMk id="18" creationId="{8BC234A7-0BCD-6844-3704-1E0204DB61D1}"/>
          </ac:spMkLst>
        </pc:spChg>
        <pc:spChg chg="mod">
          <ac:chgData name="PILLOT Aline (ENGIE IT)" userId="b83e5f60-6f36-4888-8f3a-32f6ec1cc1a9" providerId="ADAL" clId="{465F001D-4D66-4E04-993F-62FD9BD56819}" dt="2023-02-18T10:31:54.190" v="2238" actId="1076"/>
          <ac:spMkLst>
            <pc:docMk/>
            <pc:sldMk cId="3605212822" sldId="286"/>
            <ac:spMk id="19" creationId="{8F40DB33-054A-9FF1-1B22-D94F68475BA3}"/>
          </ac:spMkLst>
        </pc:spChg>
        <pc:spChg chg="mod">
          <ac:chgData name="PILLOT Aline (ENGIE IT)" userId="b83e5f60-6f36-4888-8f3a-32f6ec1cc1a9" providerId="ADAL" clId="{465F001D-4D66-4E04-993F-62FD9BD56819}" dt="2023-02-18T10:31:59.847" v="2240" actId="1076"/>
          <ac:spMkLst>
            <pc:docMk/>
            <pc:sldMk cId="3605212822" sldId="286"/>
            <ac:spMk id="20" creationId="{FA77524C-5AC0-D6CA-D8B8-AA8CA55A66DA}"/>
          </ac:spMkLst>
        </pc:spChg>
        <pc:spChg chg="add mod">
          <ac:chgData name="PILLOT Aline (ENGIE IT)" userId="b83e5f60-6f36-4888-8f3a-32f6ec1cc1a9" providerId="ADAL" clId="{465F001D-4D66-4E04-993F-62FD9BD56819}" dt="2023-02-18T10:31:27" v="2232" actId="1076"/>
          <ac:spMkLst>
            <pc:docMk/>
            <pc:sldMk cId="3605212822" sldId="286"/>
            <ac:spMk id="23" creationId="{CF9AA197-A659-9702-E8EA-988B3A64CB7C}"/>
          </ac:spMkLst>
        </pc:spChg>
        <pc:spChg chg="add mod">
          <ac:chgData name="PILLOT Aline (ENGIE IT)" userId="b83e5f60-6f36-4888-8f3a-32f6ec1cc1a9" providerId="ADAL" clId="{465F001D-4D66-4E04-993F-62FD9BD56819}" dt="2023-02-18T10:31:22.619" v="2230" actId="1076"/>
          <ac:spMkLst>
            <pc:docMk/>
            <pc:sldMk cId="3605212822" sldId="286"/>
            <ac:spMk id="24" creationId="{CDDB10F5-588A-1E94-037C-F6BAFAA650AD}"/>
          </ac:spMkLst>
        </pc:spChg>
        <pc:spChg chg="add del mod">
          <ac:chgData name="PILLOT Aline (ENGIE IT)" userId="b83e5f60-6f36-4888-8f3a-32f6ec1cc1a9" providerId="ADAL" clId="{465F001D-4D66-4E04-993F-62FD9BD56819}" dt="2023-02-18T10:22:16.470" v="2105" actId="478"/>
          <ac:spMkLst>
            <pc:docMk/>
            <pc:sldMk cId="3605212822" sldId="286"/>
            <ac:spMk id="58" creationId="{CAD5B241-63AE-3DBC-E53F-C144758FAFC6}"/>
          </ac:spMkLst>
        </pc:spChg>
        <pc:spChg chg="add mod">
          <ac:chgData name="PILLOT Aline (ENGIE IT)" userId="b83e5f60-6f36-4888-8f3a-32f6ec1cc1a9" providerId="ADAL" clId="{465F001D-4D66-4E04-993F-62FD9BD56819}" dt="2023-02-18T10:32:03.155" v="2241" actId="1076"/>
          <ac:spMkLst>
            <pc:docMk/>
            <pc:sldMk cId="3605212822" sldId="286"/>
            <ac:spMk id="88" creationId="{4B75AB50-8375-C155-495F-B7D2D13FB90B}"/>
          </ac:spMkLst>
        </pc:spChg>
        <pc:spChg chg="add mod">
          <ac:chgData name="PILLOT Aline (ENGIE IT)" userId="b83e5f60-6f36-4888-8f3a-32f6ec1cc1a9" providerId="ADAL" clId="{465F001D-4D66-4E04-993F-62FD9BD56819}" dt="2023-02-18T10:31:48.094" v="2237" actId="1076"/>
          <ac:spMkLst>
            <pc:docMk/>
            <pc:sldMk cId="3605212822" sldId="286"/>
            <ac:spMk id="89" creationId="{BC2FD8D5-E8A7-D286-5B92-F5CE25095EBB}"/>
          </ac:spMkLst>
        </pc:spChg>
        <pc:spChg chg="add mod">
          <ac:chgData name="PILLOT Aline (ENGIE IT)" userId="b83e5f60-6f36-4888-8f3a-32f6ec1cc1a9" providerId="ADAL" clId="{465F001D-4D66-4E04-993F-62FD9BD56819}" dt="2023-02-18T10:31:42.843" v="2236" actId="207"/>
          <ac:spMkLst>
            <pc:docMk/>
            <pc:sldMk cId="3605212822" sldId="286"/>
            <ac:spMk id="90" creationId="{F1042A61-8815-F244-2CB7-BA232B2E83AE}"/>
          </ac:spMkLst>
        </pc:spChg>
        <pc:cxnChg chg="del mod">
          <ac:chgData name="PILLOT Aline (ENGIE IT)" userId="b83e5f60-6f36-4888-8f3a-32f6ec1cc1a9" providerId="ADAL" clId="{465F001D-4D66-4E04-993F-62FD9BD56819}" dt="2023-02-18T10:18:26.613" v="1954" actId="478"/>
          <ac:cxnSpMkLst>
            <pc:docMk/>
            <pc:sldMk cId="3605212822" sldId="286"/>
            <ac:cxnSpMk id="22" creationId="{1BFCECB8-6FE8-F763-DED5-5C3BBA6F9AD9}"/>
          </ac:cxnSpMkLst>
        </pc:cxnChg>
        <pc:cxnChg chg="mod">
          <ac:chgData name="PILLOT Aline (ENGIE IT)" userId="b83e5f60-6f36-4888-8f3a-32f6ec1cc1a9" providerId="ADAL" clId="{465F001D-4D66-4E04-993F-62FD9BD56819}" dt="2023-02-18T10:25:26.802" v="2137" actId="1076"/>
          <ac:cxnSpMkLst>
            <pc:docMk/>
            <pc:sldMk cId="3605212822" sldId="286"/>
            <ac:cxnSpMk id="25" creationId="{7F10DE6D-B8F6-7253-5F13-5ED987A11F22}"/>
          </ac:cxnSpMkLst>
        </pc:cxnChg>
        <pc:cxnChg chg="del mod">
          <ac:chgData name="PILLOT Aline (ENGIE IT)" userId="b83e5f60-6f36-4888-8f3a-32f6ec1cc1a9" providerId="ADAL" clId="{465F001D-4D66-4E04-993F-62FD9BD56819}" dt="2023-02-18T10:18:31.367" v="1958" actId="478"/>
          <ac:cxnSpMkLst>
            <pc:docMk/>
            <pc:sldMk cId="3605212822" sldId="286"/>
            <ac:cxnSpMk id="27" creationId="{53104EA1-1239-12E2-29E3-C66DD1E3D41E}"/>
          </ac:cxnSpMkLst>
        </pc:cxnChg>
        <pc:cxnChg chg="add mod">
          <ac:chgData name="PILLOT Aline (ENGIE IT)" userId="b83e5f60-6f36-4888-8f3a-32f6ec1cc1a9" providerId="ADAL" clId="{465F001D-4D66-4E04-993F-62FD9BD56819}" dt="2023-02-18T10:31:27" v="2232" actId="1076"/>
          <ac:cxnSpMkLst>
            <pc:docMk/>
            <pc:sldMk cId="3605212822" sldId="286"/>
            <ac:cxnSpMk id="28" creationId="{85DDB0AD-95DA-E9C0-FA60-22BBBA9B3CDC}"/>
          </ac:cxnSpMkLst>
        </pc:cxnChg>
        <pc:cxnChg chg="del mod">
          <ac:chgData name="PILLOT Aline (ENGIE IT)" userId="b83e5f60-6f36-4888-8f3a-32f6ec1cc1a9" providerId="ADAL" clId="{465F001D-4D66-4E04-993F-62FD9BD56819}" dt="2023-02-18T10:18:35.416" v="1960" actId="478"/>
          <ac:cxnSpMkLst>
            <pc:docMk/>
            <pc:sldMk cId="3605212822" sldId="286"/>
            <ac:cxnSpMk id="29" creationId="{35301166-604F-E856-AD0C-18D464F15D67}"/>
          </ac:cxnSpMkLst>
        </pc:cxnChg>
        <pc:cxnChg chg="mod">
          <ac:chgData name="PILLOT Aline (ENGIE IT)" userId="b83e5f60-6f36-4888-8f3a-32f6ec1cc1a9" providerId="ADAL" clId="{465F001D-4D66-4E04-993F-62FD9BD56819}" dt="2023-02-18T10:25:26.802" v="2137" actId="1076"/>
          <ac:cxnSpMkLst>
            <pc:docMk/>
            <pc:sldMk cId="3605212822" sldId="286"/>
            <ac:cxnSpMk id="31" creationId="{4D3F5BA7-4800-583C-BC4D-F6E7C2A6D48E}"/>
          </ac:cxnSpMkLst>
        </pc:cxnChg>
        <pc:cxnChg chg="del mod">
          <ac:chgData name="PILLOT Aline (ENGIE IT)" userId="b83e5f60-6f36-4888-8f3a-32f6ec1cc1a9" providerId="ADAL" clId="{465F001D-4D66-4E04-993F-62FD9BD56819}" dt="2023-02-18T10:18:36.042" v="1961" actId="478"/>
          <ac:cxnSpMkLst>
            <pc:docMk/>
            <pc:sldMk cId="3605212822" sldId="286"/>
            <ac:cxnSpMk id="33" creationId="{B267A9C7-DFC5-767E-CD0A-3E444690DC38}"/>
          </ac:cxnSpMkLst>
        </pc:cxnChg>
        <pc:cxnChg chg="del mod">
          <ac:chgData name="PILLOT Aline (ENGIE IT)" userId="b83e5f60-6f36-4888-8f3a-32f6ec1cc1a9" providerId="ADAL" clId="{465F001D-4D66-4E04-993F-62FD9BD56819}" dt="2023-02-18T10:18:27.270" v="1955" actId="478"/>
          <ac:cxnSpMkLst>
            <pc:docMk/>
            <pc:sldMk cId="3605212822" sldId="286"/>
            <ac:cxnSpMk id="35" creationId="{B60B1B98-854E-35F3-0A31-E3EBA8EE62F7}"/>
          </ac:cxnSpMkLst>
        </pc:cxnChg>
        <pc:cxnChg chg="mod">
          <ac:chgData name="PILLOT Aline (ENGIE IT)" userId="b83e5f60-6f36-4888-8f3a-32f6ec1cc1a9" providerId="ADAL" clId="{465F001D-4D66-4E04-993F-62FD9BD56819}" dt="2023-02-18T10:31:54.190" v="2238" actId="1076"/>
          <ac:cxnSpMkLst>
            <pc:docMk/>
            <pc:sldMk cId="3605212822" sldId="286"/>
            <ac:cxnSpMk id="37" creationId="{2880322D-067A-4561-3E6F-48D55385CCEB}"/>
          </ac:cxnSpMkLst>
        </pc:cxnChg>
        <pc:cxnChg chg="del mod">
          <ac:chgData name="PILLOT Aline (ENGIE IT)" userId="b83e5f60-6f36-4888-8f3a-32f6ec1cc1a9" providerId="ADAL" clId="{465F001D-4D66-4E04-993F-62FD9BD56819}" dt="2023-02-18T10:18:32.011" v="1959" actId="478"/>
          <ac:cxnSpMkLst>
            <pc:docMk/>
            <pc:sldMk cId="3605212822" sldId="286"/>
            <ac:cxnSpMk id="39" creationId="{0353F7EE-9E4E-C147-853C-409168FAA3CB}"/>
          </ac:cxnSpMkLst>
        </pc:cxnChg>
        <pc:cxnChg chg="mod">
          <ac:chgData name="PILLOT Aline (ENGIE IT)" userId="b83e5f60-6f36-4888-8f3a-32f6ec1cc1a9" providerId="ADAL" clId="{465F001D-4D66-4E04-993F-62FD9BD56819}" dt="2023-02-18T10:31:54.190" v="2238" actId="1076"/>
          <ac:cxnSpMkLst>
            <pc:docMk/>
            <pc:sldMk cId="3605212822" sldId="286"/>
            <ac:cxnSpMk id="41" creationId="{8E82EF84-7B45-F386-9107-D5A269787EEA}"/>
          </ac:cxnSpMkLst>
        </pc:cxnChg>
        <pc:cxnChg chg="del mod">
          <ac:chgData name="PILLOT Aline (ENGIE IT)" userId="b83e5f60-6f36-4888-8f3a-32f6ec1cc1a9" providerId="ADAL" clId="{465F001D-4D66-4E04-993F-62FD9BD56819}" dt="2023-02-18T10:16:34.498" v="1951" actId="478"/>
          <ac:cxnSpMkLst>
            <pc:docMk/>
            <pc:sldMk cId="3605212822" sldId="286"/>
            <ac:cxnSpMk id="43" creationId="{C31150AF-EF69-C058-96AB-90876242DAC1}"/>
          </ac:cxnSpMkLst>
        </pc:cxnChg>
        <pc:cxnChg chg="add mod">
          <ac:chgData name="PILLOT Aline (ENGIE IT)" userId="b83e5f60-6f36-4888-8f3a-32f6ec1cc1a9" providerId="ADAL" clId="{465F001D-4D66-4E04-993F-62FD9BD56819}" dt="2023-02-18T10:31:54.190" v="2238" actId="1076"/>
          <ac:cxnSpMkLst>
            <pc:docMk/>
            <pc:sldMk cId="3605212822" sldId="286"/>
            <ac:cxnSpMk id="46" creationId="{202E0B25-BF0F-5922-FE64-3408E197D7FB}"/>
          </ac:cxnSpMkLst>
        </pc:cxnChg>
        <pc:cxnChg chg="add del mod">
          <ac:chgData name="PILLOT Aline (ENGIE IT)" userId="b83e5f60-6f36-4888-8f3a-32f6ec1cc1a9" providerId="ADAL" clId="{465F001D-4D66-4E04-993F-62FD9BD56819}" dt="2023-02-18T10:24:31.977" v="2129" actId="478"/>
          <ac:cxnSpMkLst>
            <pc:docMk/>
            <pc:sldMk cId="3605212822" sldId="286"/>
            <ac:cxnSpMk id="48" creationId="{94811442-63E2-E758-AA33-06D951B67159}"/>
          </ac:cxnSpMkLst>
        </pc:cxnChg>
        <pc:cxnChg chg="add mod">
          <ac:chgData name="PILLOT Aline (ENGIE IT)" userId="b83e5f60-6f36-4888-8f3a-32f6ec1cc1a9" providerId="ADAL" clId="{465F001D-4D66-4E04-993F-62FD9BD56819}" dt="2023-02-18T10:31:59.847" v="2240" actId="1076"/>
          <ac:cxnSpMkLst>
            <pc:docMk/>
            <pc:sldMk cId="3605212822" sldId="286"/>
            <ac:cxnSpMk id="53" creationId="{D06FF3DC-EEEC-2CA6-EA75-FC8A5C09D933}"/>
          </ac:cxnSpMkLst>
        </pc:cxnChg>
        <pc:cxnChg chg="add mod">
          <ac:chgData name="PILLOT Aline (ENGIE IT)" userId="b83e5f60-6f36-4888-8f3a-32f6ec1cc1a9" providerId="ADAL" clId="{465F001D-4D66-4E04-993F-62FD9BD56819}" dt="2023-02-18T10:31:59.847" v="2240" actId="1076"/>
          <ac:cxnSpMkLst>
            <pc:docMk/>
            <pc:sldMk cId="3605212822" sldId="286"/>
            <ac:cxnSpMk id="55" creationId="{278604A0-4CC5-97BA-90EC-A8A734A2B931}"/>
          </ac:cxnSpMkLst>
        </pc:cxnChg>
        <pc:cxnChg chg="add mod">
          <ac:chgData name="PILLOT Aline (ENGIE IT)" userId="b83e5f60-6f36-4888-8f3a-32f6ec1cc1a9" providerId="ADAL" clId="{465F001D-4D66-4E04-993F-62FD9BD56819}" dt="2023-02-18T10:31:54.190" v="2238" actId="1076"/>
          <ac:cxnSpMkLst>
            <pc:docMk/>
            <pc:sldMk cId="3605212822" sldId="286"/>
            <ac:cxnSpMk id="67" creationId="{0BAA7B1F-46BB-95B6-2F8A-F5F5D96EFB59}"/>
          </ac:cxnSpMkLst>
        </pc:cxnChg>
      </pc:sldChg>
      <pc:sldMasterChg chg="modSldLayout">
        <pc:chgData name="PILLOT Aline (ENGIE IT)" userId="b83e5f60-6f36-4888-8f3a-32f6ec1cc1a9" providerId="ADAL" clId="{465F001D-4D66-4E04-993F-62FD9BD56819}" dt="2023-02-17T14:02:29.386" v="796"/>
        <pc:sldMasterMkLst>
          <pc:docMk/>
          <pc:sldMasterMk cId="2611010309" sldId="2147483725"/>
        </pc:sldMasterMkLst>
        <pc:sldLayoutChg chg="delSp">
          <pc:chgData name="PILLOT Aline (ENGIE IT)" userId="b83e5f60-6f36-4888-8f3a-32f6ec1cc1a9" providerId="ADAL" clId="{465F001D-4D66-4E04-993F-62FD9BD56819}" dt="2023-02-17T14:02:29.386" v="796"/>
          <pc:sldLayoutMkLst>
            <pc:docMk/>
            <pc:sldMasterMk cId="2611010309" sldId="2147483725"/>
            <pc:sldLayoutMk cId="4050851200" sldId="2147483743"/>
          </pc:sldLayoutMkLst>
          <pc:spChg chg="del">
            <ac:chgData name="PILLOT Aline (ENGIE IT)" userId="b83e5f60-6f36-4888-8f3a-32f6ec1cc1a9" providerId="ADAL" clId="{465F001D-4D66-4E04-993F-62FD9BD56819}" dt="2023-02-17T14:02:29.386" v="796"/>
            <ac:spMkLst>
              <pc:docMk/>
              <pc:sldMasterMk cId="2611010309" sldId="2147483725"/>
              <pc:sldLayoutMk cId="4050851200" sldId="2147483743"/>
              <ac:spMk id="7" creationId="{00000000-0000-0000-0000-000000000000}"/>
            </ac:spMkLst>
          </pc:spChg>
          <pc:spChg chg="del">
            <ac:chgData name="PILLOT Aline (ENGIE IT)" userId="b83e5f60-6f36-4888-8f3a-32f6ec1cc1a9" providerId="ADAL" clId="{465F001D-4D66-4E04-993F-62FD9BD56819}" dt="2023-02-17T14:02:29.386" v="796"/>
            <ac:spMkLst>
              <pc:docMk/>
              <pc:sldMasterMk cId="2611010309" sldId="2147483725"/>
              <pc:sldLayoutMk cId="4050851200" sldId="2147483743"/>
              <ac:spMk id="9" creationId="{00000000-0000-0000-0000-000000000000}"/>
            </ac:spMkLst>
          </pc:spChg>
          <pc:spChg chg="del">
            <ac:chgData name="PILLOT Aline (ENGIE IT)" userId="b83e5f60-6f36-4888-8f3a-32f6ec1cc1a9" providerId="ADAL" clId="{465F001D-4D66-4E04-993F-62FD9BD56819}" dt="2023-02-17T14:02:29.386" v="796"/>
            <ac:spMkLst>
              <pc:docMk/>
              <pc:sldMasterMk cId="2611010309" sldId="2147483725"/>
              <pc:sldLayoutMk cId="4050851200" sldId="2147483743"/>
              <ac:spMk id="29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510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77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27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461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9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40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86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58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22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66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358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77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2660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158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977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74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F5957-DC12-46C1-88C3-ACAC7A8CF7EB}" type="datetimeFigureOut">
              <a:rPr lang="fr-FR" smtClean="0"/>
              <a:t>18/02/2023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8527B39-D613-47C3-94F8-2CE8954B93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128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user.oc-static.com/upload/2019/02/24/15510259240381_Projet%20textimage%20logo.p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entreprise place de marché">
            <a:hlinkClick r:id="rId2"/>
            <a:extLst>
              <a:ext uri="{FF2B5EF4-FFF2-40B4-BE49-F238E27FC236}">
                <a16:creationId xmlns:a16="http://schemas.microsoft.com/office/drawing/2014/main" id="{02949DD7-D9B1-41ED-01B1-567EC6D318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6" b="7699"/>
          <a:stretch/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5E64891-AD4B-174E-0CA4-4926FDFB46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000"/>
              <a:t>P6 : Classifiez automatiquement des biens de consommation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1A7D3A-B304-0175-99AA-8ED5A650E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/>
              <a:t>Soutenance pour la formation de </a:t>
            </a:r>
            <a:r>
              <a:rPr lang="fr-FR" i="1"/>
              <a:t>Data </a:t>
            </a:r>
            <a:r>
              <a:rPr lang="en-US" i="1"/>
              <a:t>Scientist</a:t>
            </a:r>
          </a:p>
          <a:p>
            <a:r>
              <a:rPr lang="en-US"/>
              <a:t>Aline Pillot</a:t>
            </a:r>
          </a:p>
        </p:txBody>
      </p:sp>
    </p:spTree>
    <p:extLst>
      <p:ext uri="{BB962C8B-B14F-4D97-AF65-F5344CB8AC3E}">
        <p14:creationId xmlns:p14="http://schemas.microsoft.com/office/powerpoint/2010/main" val="294857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17F12-272D-0C3C-B4ED-FDF02C8A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A649F6-0F49-E7AE-50E0-1370E3720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Besoin d’automatiser l’attribution de la catégorie d’un article</a:t>
            </a:r>
          </a:p>
          <a:p>
            <a:pPr lvl="1"/>
            <a:r>
              <a:rPr lang="fr-FR" dirty="0">
                <a:solidFill>
                  <a:srgbClr val="271A38"/>
                </a:solidFill>
                <a:latin typeface="Inter"/>
              </a:rPr>
              <a:t>faciliter la mise en ligne de nouveaux articles</a:t>
            </a:r>
          </a:p>
          <a:p>
            <a:pPr lvl="1"/>
            <a:r>
              <a:rPr lang="fr-FR" dirty="0">
                <a:solidFill>
                  <a:srgbClr val="271A38"/>
                </a:solidFill>
                <a:latin typeface="Inter"/>
              </a:rPr>
              <a:t>faciliter la recherche de produits</a:t>
            </a:r>
          </a:p>
          <a:p>
            <a:pPr lvl="1"/>
            <a:endParaRPr lang="fr-FR" dirty="0"/>
          </a:p>
          <a:p>
            <a:r>
              <a:rPr lang="fr-FR" dirty="0"/>
              <a:t>Etude de faisabilité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B95D3C-2A15-9391-C032-DB39B7877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637" y="3669487"/>
            <a:ext cx="4138613" cy="263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9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AB441D-D1E2-FDD2-0003-C970FFD1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93D679-943F-48C2-9096-6403F4C46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1050 produits classés en 642 catégories</a:t>
            </a:r>
          </a:p>
          <a:p>
            <a:pPr lvl="1"/>
            <a:r>
              <a:rPr lang="fr-FR" dirty="0"/>
              <a:t>7 catégories principales (150 produits par catégorie)</a:t>
            </a:r>
          </a:p>
          <a:p>
            <a:r>
              <a:rPr lang="fr-FR" dirty="0"/>
              <a:t>Pas de données manquantes</a:t>
            </a:r>
          </a:p>
          <a:p>
            <a:r>
              <a:rPr lang="fr-FR" dirty="0"/>
              <a:t>Pas de doublons</a:t>
            </a:r>
          </a:p>
          <a:p>
            <a:pPr lvl="1"/>
            <a:endParaRPr lang="fr-FR" dirty="0"/>
          </a:p>
          <a:p>
            <a:r>
              <a:rPr lang="fr-FR" dirty="0"/>
              <a:t>Sélections des </a:t>
            </a:r>
            <a:r>
              <a:rPr lang="fr-FR" dirty="0" err="1"/>
              <a:t>features</a:t>
            </a:r>
            <a:r>
              <a:rPr lang="fr-FR" dirty="0"/>
              <a:t> : </a:t>
            </a:r>
          </a:p>
          <a:p>
            <a:pPr lvl="1"/>
            <a:r>
              <a:rPr lang="fr-FR" dirty="0" err="1"/>
              <a:t>Category</a:t>
            </a:r>
            <a:endParaRPr lang="fr-FR" dirty="0"/>
          </a:p>
          <a:p>
            <a:pPr lvl="1"/>
            <a:r>
              <a:rPr lang="fr-FR" dirty="0" err="1"/>
              <a:t>Product_name</a:t>
            </a:r>
            <a:endParaRPr lang="fr-FR" dirty="0"/>
          </a:p>
          <a:p>
            <a:pPr lvl="1"/>
            <a:r>
              <a:rPr lang="fr-FR" dirty="0"/>
              <a:t>Description</a:t>
            </a:r>
          </a:p>
          <a:p>
            <a:pPr lvl="1"/>
            <a:r>
              <a:rPr lang="fr-FR" dirty="0"/>
              <a:t>Image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15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33E35-E246-C1F7-DC93-2A97736C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</a:t>
            </a:r>
            <a:r>
              <a:rPr lang="fr-FR" dirty="0" err="1"/>
              <a:t>features</a:t>
            </a:r>
            <a:r>
              <a:rPr lang="fr-FR" dirty="0"/>
              <a:t> textuelles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ECA0A-F492-5B13-9313-16F56DB37E7A}"/>
              </a:ext>
            </a:extLst>
          </p:cNvPr>
          <p:cNvSpPr txBox="1"/>
          <p:nvPr/>
        </p:nvSpPr>
        <p:spPr>
          <a:xfrm>
            <a:off x="716917" y="2229217"/>
            <a:ext cx="3619500" cy="16344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Cleaning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Tokenizer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Stop-</a:t>
            </a:r>
            <a:r>
              <a:rPr lang="fr-FR" dirty="0" err="1"/>
              <a:t>words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Suppression (# / @ / http)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Lemmatization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C31D3-63B8-B7A2-454F-478985CD9021}"/>
              </a:ext>
            </a:extLst>
          </p:cNvPr>
          <p:cNvSpPr txBox="1"/>
          <p:nvPr/>
        </p:nvSpPr>
        <p:spPr>
          <a:xfrm>
            <a:off x="1036884" y="1638980"/>
            <a:ext cx="178446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Pré-traitement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2490B1-CD4A-C36E-1DEE-BFA4A82EEE38}"/>
              </a:ext>
            </a:extLst>
          </p:cNvPr>
          <p:cNvSpPr txBox="1"/>
          <p:nvPr/>
        </p:nvSpPr>
        <p:spPr>
          <a:xfrm>
            <a:off x="4336417" y="1377838"/>
            <a:ext cx="26356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Extraction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F073FE-2047-791E-F196-0D8F2D33D785}"/>
              </a:ext>
            </a:extLst>
          </p:cNvPr>
          <p:cNvSpPr txBox="1"/>
          <p:nvPr/>
        </p:nvSpPr>
        <p:spPr>
          <a:xfrm>
            <a:off x="7633185" y="2679626"/>
            <a:ext cx="1713931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Réduction de</a:t>
            </a:r>
          </a:p>
          <a:p>
            <a:pPr algn="ctr"/>
            <a:r>
              <a:rPr lang="fr-FR" dirty="0"/>
              <a:t>dimensions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3F322-3EEA-ABD2-923F-D975ED1B1089}"/>
              </a:ext>
            </a:extLst>
          </p:cNvPr>
          <p:cNvSpPr txBox="1"/>
          <p:nvPr/>
        </p:nvSpPr>
        <p:spPr>
          <a:xfrm>
            <a:off x="10213874" y="2984140"/>
            <a:ext cx="129073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Clustering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397E10-BCFF-3A7A-2586-3386238DED43}"/>
              </a:ext>
            </a:extLst>
          </p:cNvPr>
          <p:cNvSpPr/>
          <p:nvPr/>
        </p:nvSpPr>
        <p:spPr>
          <a:xfrm>
            <a:off x="4933026" y="2060039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C234A7-0BCD-6844-3704-1E0204DB61D1}"/>
              </a:ext>
            </a:extLst>
          </p:cNvPr>
          <p:cNvSpPr/>
          <p:nvPr/>
        </p:nvSpPr>
        <p:spPr>
          <a:xfrm>
            <a:off x="4933026" y="2809413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TF-IDF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40DB33-054A-9FF1-1B22-D94F68475BA3}"/>
              </a:ext>
            </a:extLst>
          </p:cNvPr>
          <p:cNvSpPr/>
          <p:nvPr/>
        </p:nvSpPr>
        <p:spPr>
          <a:xfrm>
            <a:off x="7686722" y="3583506"/>
            <a:ext cx="1606858" cy="619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(ACP)</a:t>
            </a:r>
          </a:p>
          <a:p>
            <a:pPr algn="ctr"/>
            <a:r>
              <a:rPr lang="fr-FR" dirty="0"/>
              <a:t>TSNE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A77524C-5AC0-D6CA-D8B8-AA8CA55A66DA}"/>
              </a:ext>
            </a:extLst>
          </p:cNvPr>
          <p:cNvSpPr/>
          <p:nvPr/>
        </p:nvSpPr>
        <p:spPr>
          <a:xfrm>
            <a:off x="10055814" y="3587575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KMeans</a:t>
            </a:r>
            <a:endParaRPr lang="fr-FR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BFCECB8-6FE8-F763-DED5-5C3BBA6F9AD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4336417" y="2369833"/>
            <a:ext cx="596609" cy="67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F10DE6D-B8F6-7253-5F13-5ED987A11F22}"/>
              </a:ext>
            </a:extLst>
          </p:cNvPr>
          <p:cNvCxnSpPr>
            <a:stCxn id="7" idx="3"/>
            <a:endCxn id="18" idx="1"/>
          </p:cNvCxnSpPr>
          <p:nvPr/>
        </p:nvCxnSpPr>
        <p:spPr>
          <a:xfrm>
            <a:off x="4336417" y="3046462"/>
            <a:ext cx="596609" cy="72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60B1B98-854E-35F3-0A31-E3EBA8EE62F7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6539884" y="2369833"/>
            <a:ext cx="1146838" cy="1523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880322D-067A-4561-3E6F-48D55385CCE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539884" y="3119207"/>
            <a:ext cx="1146838" cy="774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31150AF-EF69-C058-96AB-90876242DAC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9293580" y="3893300"/>
            <a:ext cx="762234" cy="4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71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49A0DD2-A4DB-C6EE-B63F-C43AB3CBF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96" y="1547235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E2A51F-0199-F581-3349-2D20F988A363}"/>
              </a:ext>
            </a:extLst>
          </p:cNvPr>
          <p:cNvSpPr/>
          <p:nvPr/>
        </p:nvSpPr>
        <p:spPr>
          <a:xfrm>
            <a:off x="4915267" y="5775302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dirty="0"/>
              <a:t>ARI Score :</a:t>
            </a:r>
          </a:p>
          <a:p>
            <a:pPr algn="ctr">
              <a:spcAft>
                <a:spcPts val="600"/>
              </a:spcAft>
            </a:pPr>
            <a:r>
              <a:rPr lang="fr-FR" dirty="0"/>
              <a:t>0,3919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6B82619-9600-FCE9-05DD-BDD3D88948E8}"/>
              </a:ext>
            </a:extLst>
          </p:cNvPr>
          <p:cNvSpPr txBox="1">
            <a:spLocks/>
          </p:cNvSpPr>
          <p:nvPr/>
        </p:nvSpPr>
        <p:spPr>
          <a:xfrm>
            <a:off x="2592925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Comptage simple</a:t>
            </a:r>
          </a:p>
        </p:txBody>
      </p:sp>
    </p:spTree>
    <p:extLst>
      <p:ext uri="{BB962C8B-B14F-4D97-AF65-F5344CB8AC3E}">
        <p14:creationId xmlns:p14="http://schemas.microsoft.com/office/powerpoint/2010/main" val="231104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BF268D7-BD3A-868B-EAF4-B91AFE16D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309834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EE2A51F-0199-F581-3349-2D20F988A363}"/>
              </a:ext>
            </a:extLst>
          </p:cNvPr>
          <p:cNvSpPr/>
          <p:nvPr/>
        </p:nvSpPr>
        <p:spPr>
          <a:xfrm>
            <a:off x="5112798" y="5670265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dirty="0"/>
              <a:t>ARI Score :</a:t>
            </a:r>
          </a:p>
          <a:p>
            <a:pPr algn="ctr">
              <a:spcAft>
                <a:spcPts val="600"/>
              </a:spcAft>
            </a:pPr>
            <a:r>
              <a:rPr lang="fr-FR" dirty="0"/>
              <a:t>0,3732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61ABAF4A-9399-669E-C99E-87B4C0C3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Comptage simple après ACP</a:t>
            </a:r>
          </a:p>
        </p:txBody>
      </p:sp>
    </p:spTree>
    <p:extLst>
      <p:ext uri="{BB962C8B-B14F-4D97-AF65-F5344CB8AC3E}">
        <p14:creationId xmlns:p14="http://schemas.microsoft.com/office/powerpoint/2010/main" val="2164848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4C203F1-BAC7-1828-B13C-0E5B23C9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71" y="1177539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B39883F-E515-9864-C68F-6D2D09B1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TF-IDF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1EA4D2-B27E-8ED9-3306-AEB2FB3ED33D}"/>
              </a:ext>
            </a:extLst>
          </p:cNvPr>
          <p:cNvSpPr/>
          <p:nvPr/>
        </p:nvSpPr>
        <p:spPr>
          <a:xfrm>
            <a:off x="5006267" y="5748891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0,4522</a:t>
            </a:r>
          </a:p>
        </p:txBody>
      </p:sp>
    </p:spTree>
    <p:extLst>
      <p:ext uri="{BB962C8B-B14F-4D97-AF65-F5344CB8AC3E}">
        <p14:creationId xmlns:p14="http://schemas.microsoft.com/office/powerpoint/2010/main" val="424089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630B965-C8E2-112C-766E-489DF1292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390002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B39883F-E515-9864-C68F-6D2D09B1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TF-IDF après ACP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1EA4D2-B27E-8ED9-3306-AEB2FB3ED33D}"/>
              </a:ext>
            </a:extLst>
          </p:cNvPr>
          <p:cNvSpPr/>
          <p:nvPr/>
        </p:nvSpPr>
        <p:spPr>
          <a:xfrm>
            <a:off x="5068411" y="5961355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0,3858</a:t>
            </a:r>
          </a:p>
        </p:txBody>
      </p:sp>
    </p:spTree>
    <p:extLst>
      <p:ext uri="{BB962C8B-B14F-4D97-AF65-F5344CB8AC3E}">
        <p14:creationId xmlns:p14="http://schemas.microsoft.com/office/powerpoint/2010/main" val="55446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33E35-E246-C1F7-DC93-2A97736C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</a:t>
            </a:r>
            <a:r>
              <a:rPr lang="fr-FR" dirty="0" err="1"/>
              <a:t>features</a:t>
            </a:r>
            <a:r>
              <a:rPr lang="fr-FR" dirty="0"/>
              <a:t> textuelles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ECA0A-F492-5B13-9313-16F56DB37E7A}"/>
              </a:ext>
            </a:extLst>
          </p:cNvPr>
          <p:cNvSpPr txBox="1"/>
          <p:nvPr/>
        </p:nvSpPr>
        <p:spPr>
          <a:xfrm>
            <a:off x="716917" y="2229217"/>
            <a:ext cx="3619500" cy="16344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Cleaning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Tokenizer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Stop-</a:t>
            </a:r>
            <a:r>
              <a:rPr lang="fr-FR" dirty="0" err="1"/>
              <a:t>words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Suppression (# / @ / http)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Lemmatization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C31D3-63B8-B7A2-454F-478985CD9021}"/>
              </a:ext>
            </a:extLst>
          </p:cNvPr>
          <p:cNvSpPr txBox="1"/>
          <p:nvPr/>
        </p:nvSpPr>
        <p:spPr>
          <a:xfrm>
            <a:off x="1036884" y="1638980"/>
            <a:ext cx="178446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Pré-traitement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2490B1-CD4A-C36E-1DEE-BFA4A82EEE38}"/>
              </a:ext>
            </a:extLst>
          </p:cNvPr>
          <p:cNvSpPr txBox="1"/>
          <p:nvPr/>
        </p:nvSpPr>
        <p:spPr>
          <a:xfrm>
            <a:off x="4336417" y="1377838"/>
            <a:ext cx="26356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Extraction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F073FE-2047-791E-F196-0D8F2D33D785}"/>
              </a:ext>
            </a:extLst>
          </p:cNvPr>
          <p:cNvSpPr txBox="1"/>
          <p:nvPr/>
        </p:nvSpPr>
        <p:spPr>
          <a:xfrm>
            <a:off x="7633185" y="2679626"/>
            <a:ext cx="1713931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Réduction de</a:t>
            </a:r>
          </a:p>
          <a:p>
            <a:pPr algn="ctr"/>
            <a:r>
              <a:rPr lang="fr-FR" dirty="0"/>
              <a:t>dimensions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3F322-3EEA-ABD2-923F-D975ED1B1089}"/>
              </a:ext>
            </a:extLst>
          </p:cNvPr>
          <p:cNvSpPr txBox="1"/>
          <p:nvPr/>
        </p:nvSpPr>
        <p:spPr>
          <a:xfrm>
            <a:off x="10213874" y="2984140"/>
            <a:ext cx="129073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Clustering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397E10-BCFF-3A7A-2586-3386238DED43}"/>
              </a:ext>
            </a:extLst>
          </p:cNvPr>
          <p:cNvSpPr/>
          <p:nvPr/>
        </p:nvSpPr>
        <p:spPr>
          <a:xfrm>
            <a:off x="4933026" y="2060039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3D19B1E-49C4-5B6A-A034-18A52F72952B}"/>
              </a:ext>
            </a:extLst>
          </p:cNvPr>
          <p:cNvSpPr/>
          <p:nvPr/>
        </p:nvSpPr>
        <p:spPr>
          <a:xfrm>
            <a:off x="4933026" y="3527178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Word2Vec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C234A7-0BCD-6844-3704-1E0204DB61D1}"/>
              </a:ext>
            </a:extLst>
          </p:cNvPr>
          <p:cNvSpPr/>
          <p:nvPr/>
        </p:nvSpPr>
        <p:spPr>
          <a:xfrm>
            <a:off x="4933026" y="2809413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TF-IDF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40DB33-054A-9FF1-1B22-D94F68475BA3}"/>
              </a:ext>
            </a:extLst>
          </p:cNvPr>
          <p:cNvSpPr/>
          <p:nvPr/>
        </p:nvSpPr>
        <p:spPr>
          <a:xfrm>
            <a:off x="7686722" y="3583506"/>
            <a:ext cx="1606858" cy="619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(ACP)</a:t>
            </a:r>
          </a:p>
          <a:p>
            <a:pPr algn="ctr"/>
            <a:r>
              <a:rPr lang="fr-FR" dirty="0"/>
              <a:t>TSNE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A77524C-5AC0-D6CA-D8B8-AA8CA55A66DA}"/>
              </a:ext>
            </a:extLst>
          </p:cNvPr>
          <p:cNvSpPr/>
          <p:nvPr/>
        </p:nvSpPr>
        <p:spPr>
          <a:xfrm>
            <a:off x="10055814" y="3587575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KMeans</a:t>
            </a:r>
            <a:endParaRPr lang="fr-FR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BFCECB8-6FE8-F763-DED5-5C3BBA6F9AD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4336417" y="2369833"/>
            <a:ext cx="596609" cy="67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F10DE6D-B8F6-7253-5F13-5ED987A11F22}"/>
              </a:ext>
            </a:extLst>
          </p:cNvPr>
          <p:cNvCxnSpPr>
            <a:stCxn id="7" idx="3"/>
            <a:endCxn id="18" idx="1"/>
          </p:cNvCxnSpPr>
          <p:nvPr/>
        </p:nvCxnSpPr>
        <p:spPr>
          <a:xfrm>
            <a:off x="4336417" y="3046462"/>
            <a:ext cx="596609" cy="72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53104EA1-1239-12E2-29E3-C66DD1E3D41E}"/>
              </a:ext>
            </a:extLst>
          </p:cNvPr>
          <p:cNvCxnSpPr>
            <a:stCxn id="7" idx="3"/>
            <a:endCxn id="17" idx="1"/>
          </p:cNvCxnSpPr>
          <p:nvPr/>
        </p:nvCxnSpPr>
        <p:spPr>
          <a:xfrm>
            <a:off x="4336417" y="3046462"/>
            <a:ext cx="596609" cy="790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60B1B98-854E-35F3-0A31-E3EBA8EE62F7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6539884" y="2369833"/>
            <a:ext cx="1146838" cy="1523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880322D-067A-4561-3E6F-48D55385CCE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539884" y="3119207"/>
            <a:ext cx="1146838" cy="774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0353F7EE-9E4E-C147-853C-409168FAA3CB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6539884" y="3836972"/>
            <a:ext cx="1146838" cy="56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31150AF-EF69-C058-96AB-90876242DAC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9293580" y="3893300"/>
            <a:ext cx="762234" cy="4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70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0CFC6C9-07F1-5994-03DD-FC3D21CB2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317109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2E1A5D3-EA5E-4EFA-0605-3016070A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Word2Vec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26DF617-3F38-0026-84BB-8495E74C4E50}"/>
              </a:ext>
            </a:extLst>
          </p:cNvPr>
          <p:cNvSpPr/>
          <p:nvPr/>
        </p:nvSpPr>
        <p:spPr>
          <a:xfrm>
            <a:off x="5157187" y="5785567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0,2795</a:t>
            </a:r>
          </a:p>
        </p:txBody>
      </p:sp>
    </p:spTree>
    <p:extLst>
      <p:ext uri="{BB962C8B-B14F-4D97-AF65-F5344CB8AC3E}">
        <p14:creationId xmlns:p14="http://schemas.microsoft.com/office/powerpoint/2010/main" val="9026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DEF41D7-AFDD-E6D4-EC7B-B926BF977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317109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2E1A5D3-EA5E-4EFA-0605-3016070A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Word2Vec après ACP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26DF617-3F38-0026-84BB-8495E74C4E50}"/>
              </a:ext>
            </a:extLst>
          </p:cNvPr>
          <p:cNvSpPr/>
          <p:nvPr/>
        </p:nvSpPr>
        <p:spPr>
          <a:xfrm>
            <a:off x="5095044" y="5888461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0,2149</a:t>
            </a:r>
          </a:p>
        </p:txBody>
      </p:sp>
    </p:spTree>
    <p:extLst>
      <p:ext uri="{BB962C8B-B14F-4D97-AF65-F5344CB8AC3E}">
        <p14:creationId xmlns:p14="http://schemas.microsoft.com/office/powerpoint/2010/main" val="3237759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33E35-E246-C1F7-DC93-2A97736C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</a:t>
            </a:r>
            <a:r>
              <a:rPr lang="fr-FR" dirty="0" err="1"/>
              <a:t>features</a:t>
            </a:r>
            <a:r>
              <a:rPr lang="fr-FR" dirty="0"/>
              <a:t> textuelles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ECA0A-F492-5B13-9313-16F56DB37E7A}"/>
              </a:ext>
            </a:extLst>
          </p:cNvPr>
          <p:cNvSpPr txBox="1"/>
          <p:nvPr/>
        </p:nvSpPr>
        <p:spPr>
          <a:xfrm>
            <a:off x="716917" y="2229217"/>
            <a:ext cx="3619500" cy="16344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Cleaning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Tokenizer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Stop-</a:t>
            </a:r>
            <a:r>
              <a:rPr lang="fr-FR" dirty="0" err="1"/>
              <a:t>words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Suppression (# / @ / http)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Lemmatization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1A14A33-9FF3-C05A-3E82-C02B6B10156A}"/>
              </a:ext>
            </a:extLst>
          </p:cNvPr>
          <p:cNvSpPr txBox="1"/>
          <p:nvPr/>
        </p:nvSpPr>
        <p:spPr>
          <a:xfrm>
            <a:off x="783175" y="4587691"/>
            <a:ext cx="3619500" cy="1021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Cleaning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Tokenizer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Suppression (# / @ / http)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C31D3-63B8-B7A2-454F-478985CD9021}"/>
              </a:ext>
            </a:extLst>
          </p:cNvPr>
          <p:cNvSpPr txBox="1"/>
          <p:nvPr/>
        </p:nvSpPr>
        <p:spPr>
          <a:xfrm>
            <a:off x="1036884" y="1638980"/>
            <a:ext cx="178446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Pré-traitement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2490B1-CD4A-C36E-1DEE-BFA4A82EEE38}"/>
              </a:ext>
            </a:extLst>
          </p:cNvPr>
          <p:cNvSpPr txBox="1"/>
          <p:nvPr/>
        </p:nvSpPr>
        <p:spPr>
          <a:xfrm>
            <a:off x="4336417" y="1377838"/>
            <a:ext cx="26356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Extraction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F073FE-2047-791E-F196-0D8F2D33D785}"/>
              </a:ext>
            </a:extLst>
          </p:cNvPr>
          <p:cNvSpPr txBox="1"/>
          <p:nvPr/>
        </p:nvSpPr>
        <p:spPr>
          <a:xfrm>
            <a:off x="7633185" y="2679626"/>
            <a:ext cx="1713931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Réduction de</a:t>
            </a:r>
          </a:p>
          <a:p>
            <a:pPr algn="ctr"/>
            <a:r>
              <a:rPr lang="fr-FR" dirty="0"/>
              <a:t>dimensions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3F322-3EEA-ABD2-923F-D975ED1B1089}"/>
              </a:ext>
            </a:extLst>
          </p:cNvPr>
          <p:cNvSpPr txBox="1"/>
          <p:nvPr/>
        </p:nvSpPr>
        <p:spPr>
          <a:xfrm>
            <a:off x="10213874" y="2984140"/>
            <a:ext cx="129073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Clustering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397E10-BCFF-3A7A-2586-3386238DED43}"/>
              </a:ext>
            </a:extLst>
          </p:cNvPr>
          <p:cNvSpPr/>
          <p:nvPr/>
        </p:nvSpPr>
        <p:spPr>
          <a:xfrm>
            <a:off x="4933026" y="2060039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4965686-95D5-0FD1-6E92-C1F265672AEC}"/>
              </a:ext>
            </a:extLst>
          </p:cNvPr>
          <p:cNvSpPr/>
          <p:nvPr/>
        </p:nvSpPr>
        <p:spPr>
          <a:xfrm>
            <a:off x="4933026" y="4389638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BERT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3D19B1E-49C4-5B6A-A034-18A52F72952B}"/>
              </a:ext>
            </a:extLst>
          </p:cNvPr>
          <p:cNvSpPr/>
          <p:nvPr/>
        </p:nvSpPr>
        <p:spPr>
          <a:xfrm>
            <a:off x="4933026" y="3527178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Word2Vec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C234A7-0BCD-6844-3704-1E0204DB61D1}"/>
              </a:ext>
            </a:extLst>
          </p:cNvPr>
          <p:cNvSpPr/>
          <p:nvPr/>
        </p:nvSpPr>
        <p:spPr>
          <a:xfrm>
            <a:off x="4933026" y="2809413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TF-IDF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40DB33-054A-9FF1-1B22-D94F68475BA3}"/>
              </a:ext>
            </a:extLst>
          </p:cNvPr>
          <p:cNvSpPr/>
          <p:nvPr/>
        </p:nvSpPr>
        <p:spPr>
          <a:xfrm>
            <a:off x="7686722" y="3583506"/>
            <a:ext cx="1606858" cy="619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(ACP)</a:t>
            </a:r>
          </a:p>
          <a:p>
            <a:pPr algn="ctr"/>
            <a:r>
              <a:rPr lang="fr-FR" dirty="0"/>
              <a:t>TSNE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A77524C-5AC0-D6CA-D8B8-AA8CA55A66DA}"/>
              </a:ext>
            </a:extLst>
          </p:cNvPr>
          <p:cNvSpPr/>
          <p:nvPr/>
        </p:nvSpPr>
        <p:spPr>
          <a:xfrm>
            <a:off x="10055814" y="3587575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KMeans</a:t>
            </a:r>
            <a:endParaRPr lang="fr-FR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BFCECB8-6FE8-F763-DED5-5C3BBA6F9AD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4336417" y="2369833"/>
            <a:ext cx="596609" cy="67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F10DE6D-B8F6-7253-5F13-5ED987A11F22}"/>
              </a:ext>
            </a:extLst>
          </p:cNvPr>
          <p:cNvCxnSpPr>
            <a:stCxn id="7" idx="3"/>
            <a:endCxn id="18" idx="1"/>
          </p:cNvCxnSpPr>
          <p:nvPr/>
        </p:nvCxnSpPr>
        <p:spPr>
          <a:xfrm>
            <a:off x="4336417" y="3046462"/>
            <a:ext cx="596609" cy="72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53104EA1-1239-12E2-29E3-C66DD1E3D41E}"/>
              </a:ext>
            </a:extLst>
          </p:cNvPr>
          <p:cNvCxnSpPr>
            <a:stCxn id="7" idx="3"/>
            <a:endCxn id="17" idx="1"/>
          </p:cNvCxnSpPr>
          <p:nvPr/>
        </p:nvCxnSpPr>
        <p:spPr>
          <a:xfrm>
            <a:off x="4336417" y="3046462"/>
            <a:ext cx="596609" cy="790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35301166-604F-E856-AD0C-18D464F15D67}"/>
              </a:ext>
            </a:extLst>
          </p:cNvPr>
          <p:cNvCxnSpPr>
            <a:stCxn id="8" idx="3"/>
            <a:endCxn id="14" idx="1"/>
          </p:cNvCxnSpPr>
          <p:nvPr/>
        </p:nvCxnSpPr>
        <p:spPr>
          <a:xfrm flipV="1">
            <a:off x="4402675" y="4699432"/>
            <a:ext cx="530351" cy="399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267A9C7-DFC5-767E-CD0A-3E444690DC38}"/>
              </a:ext>
            </a:extLst>
          </p:cNvPr>
          <p:cNvCxnSpPr>
            <a:stCxn id="14" idx="3"/>
            <a:endCxn id="19" idx="1"/>
          </p:cNvCxnSpPr>
          <p:nvPr/>
        </p:nvCxnSpPr>
        <p:spPr>
          <a:xfrm flipV="1">
            <a:off x="6539884" y="3893300"/>
            <a:ext cx="1146838" cy="806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60B1B98-854E-35F3-0A31-E3EBA8EE62F7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6539884" y="2369833"/>
            <a:ext cx="1146838" cy="1523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880322D-067A-4561-3E6F-48D55385CCE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539884" y="3119207"/>
            <a:ext cx="1146838" cy="774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0353F7EE-9E4E-C147-853C-409168FAA3CB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6539884" y="3836972"/>
            <a:ext cx="1146838" cy="56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31150AF-EF69-C058-96AB-90876242DAC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9293580" y="3893300"/>
            <a:ext cx="762234" cy="4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15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A557B-1321-8675-2E9D-0F7E6FF5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 : '</a:t>
            </a:r>
            <a:r>
              <a:rPr lang="fr-FR" dirty="0" err="1"/>
              <a:t>bert</a:t>
            </a:r>
            <a:r>
              <a:rPr lang="fr-FR" dirty="0"/>
              <a:t>-base-</a:t>
            </a:r>
            <a:r>
              <a:rPr lang="fr-FR" dirty="0" err="1"/>
              <a:t>uncased</a:t>
            </a:r>
            <a:r>
              <a:rPr lang="fr-FR" dirty="0"/>
              <a:t>'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28A67-FC46-A700-C021-E8480BBC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49FD29A-96DB-8058-B24B-254953017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04" y="1317109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6236568-47B4-0BD7-6EBE-271FF7C0A7D2}"/>
              </a:ext>
            </a:extLst>
          </p:cNvPr>
          <p:cNvSpPr/>
          <p:nvPr/>
        </p:nvSpPr>
        <p:spPr>
          <a:xfrm>
            <a:off x="5272597" y="5831068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0,3173</a:t>
            </a:r>
          </a:p>
        </p:txBody>
      </p:sp>
    </p:spTree>
    <p:extLst>
      <p:ext uri="{BB962C8B-B14F-4D97-AF65-F5344CB8AC3E}">
        <p14:creationId xmlns:p14="http://schemas.microsoft.com/office/powerpoint/2010/main" val="55806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A557B-1321-8675-2E9D-0F7E6FF5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BERT : '</a:t>
            </a:r>
            <a:r>
              <a:rPr lang="fr-FR" dirty="0" err="1"/>
              <a:t>bert</a:t>
            </a:r>
            <a:r>
              <a:rPr lang="fr-FR" dirty="0"/>
              <a:t>-base-</a:t>
            </a:r>
            <a:r>
              <a:rPr lang="fr-FR" dirty="0" err="1"/>
              <a:t>uncased</a:t>
            </a:r>
            <a:r>
              <a:rPr lang="fr-FR" dirty="0"/>
              <a:t>’ après ACP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28A67-FC46-A700-C021-E8480BBC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8B4B0633-0301-8CFE-C0DF-65EABC451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314122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6236568-47B4-0BD7-6EBE-271FF7C0A7D2}"/>
              </a:ext>
            </a:extLst>
          </p:cNvPr>
          <p:cNvSpPr/>
          <p:nvPr/>
        </p:nvSpPr>
        <p:spPr>
          <a:xfrm>
            <a:off x="5077289" y="5834055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0,326</a:t>
            </a:r>
          </a:p>
        </p:txBody>
      </p:sp>
    </p:spTree>
    <p:extLst>
      <p:ext uri="{BB962C8B-B14F-4D97-AF65-F5344CB8AC3E}">
        <p14:creationId xmlns:p14="http://schemas.microsoft.com/office/powerpoint/2010/main" val="878784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33E35-E246-C1F7-DC93-2A97736C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</a:t>
            </a:r>
            <a:r>
              <a:rPr lang="fr-FR" dirty="0" err="1"/>
              <a:t>features</a:t>
            </a:r>
            <a:r>
              <a:rPr lang="fr-FR" dirty="0"/>
              <a:t> textuelles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ECA0A-F492-5B13-9313-16F56DB37E7A}"/>
              </a:ext>
            </a:extLst>
          </p:cNvPr>
          <p:cNvSpPr txBox="1"/>
          <p:nvPr/>
        </p:nvSpPr>
        <p:spPr>
          <a:xfrm>
            <a:off x="716917" y="2229217"/>
            <a:ext cx="3619500" cy="163449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Cleaning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Tokenizer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Stop-</a:t>
            </a:r>
            <a:r>
              <a:rPr lang="fr-FR" dirty="0" err="1"/>
              <a:t>words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Suppression (# / @ / http)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Lemmatization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1A14A33-9FF3-C05A-3E82-C02B6B10156A}"/>
              </a:ext>
            </a:extLst>
          </p:cNvPr>
          <p:cNvSpPr txBox="1"/>
          <p:nvPr/>
        </p:nvSpPr>
        <p:spPr>
          <a:xfrm>
            <a:off x="783175" y="4587691"/>
            <a:ext cx="3619500" cy="10215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Cleaning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Tokenizer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Suppression (# / @ / http)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C31D3-63B8-B7A2-454F-478985CD9021}"/>
              </a:ext>
            </a:extLst>
          </p:cNvPr>
          <p:cNvSpPr txBox="1"/>
          <p:nvPr/>
        </p:nvSpPr>
        <p:spPr>
          <a:xfrm>
            <a:off x="1036884" y="1638980"/>
            <a:ext cx="178446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Pré-traitement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2490B1-CD4A-C36E-1DEE-BFA4A82EEE38}"/>
              </a:ext>
            </a:extLst>
          </p:cNvPr>
          <p:cNvSpPr txBox="1"/>
          <p:nvPr/>
        </p:nvSpPr>
        <p:spPr>
          <a:xfrm>
            <a:off x="4336417" y="1377838"/>
            <a:ext cx="26356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Extraction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F073FE-2047-791E-F196-0D8F2D33D785}"/>
              </a:ext>
            </a:extLst>
          </p:cNvPr>
          <p:cNvSpPr txBox="1"/>
          <p:nvPr/>
        </p:nvSpPr>
        <p:spPr>
          <a:xfrm>
            <a:off x="7633185" y="2679626"/>
            <a:ext cx="1713931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Réduction de</a:t>
            </a:r>
          </a:p>
          <a:p>
            <a:pPr algn="ctr"/>
            <a:r>
              <a:rPr lang="fr-FR" dirty="0"/>
              <a:t>dimensions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3F322-3EEA-ABD2-923F-D975ED1B1089}"/>
              </a:ext>
            </a:extLst>
          </p:cNvPr>
          <p:cNvSpPr txBox="1"/>
          <p:nvPr/>
        </p:nvSpPr>
        <p:spPr>
          <a:xfrm>
            <a:off x="10213874" y="2984140"/>
            <a:ext cx="129073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Clustering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397E10-BCFF-3A7A-2586-3386238DED43}"/>
              </a:ext>
            </a:extLst>
          </p:cNvPr>
          <p:cNvSpPr/>
          <p:nvPr/>
        </p:nvSpPr>
        <p:spPr>
          <a:xfrm>
            <a:off x="4933026" y="2060039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CV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4965686-95D5-0FD1-6E92-C1F265672AEC}"/>
              </a:ext>
            </a:extLst>
          </p:cNvPr>
          <p:cNvSpPr/>
          <p:nvPr/>
        </p:nvSpPr>
        <p:spPr>
          <a:xfrm>
            <a:off x="4933026" y="4389638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BERT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21E7CD0-0D81-E937-7EBB-12D22422A0FA}"/>
              </a:ext>
            </a:extLst>
          </p:cNvPr>
          <p:cNvSpPr/>
          <p:nvPr/>
        </p:nvSpPr>
        <p:spPr>
          <a:xfrm>
            <a:off x="4933026" y="5290834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USE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3D19B1E-49C4-5B6A-A034-18A52F72952B}"/>
              </a:ext>
            </a:extLst>
          </p:cNvPr>
          <p:cNvSpPr/>
          <p:nvPr/>
        </p:nvSpPr>
        <p:spPr>
          <a:xfrm>
            <a:off x="4933026" y="3527178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Word2Vec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C234A7-0BCD-6844-3704-1E0204DB61D1}"/>
              </a:ext>
            </a:extLst>
          </p:cNvPr>
          <p:cNvSpPr/>
          <p:nvPr/>
        </p:nvSpPr>
        <p:spPr>
          <a:xfrm>
            <a:off x="4933026" y="2809413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TF-IDF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40DB33-054A-9FF1-1B22-D94F68475BA3}"/>
              </a:ext>
            </a:extLst>
          </p:cNvPr>
          <p:cNvSpPr/>
          <p:nvPr/>
        </p:nvSpPr>
        <p:spPr>
          <a:xfrm>
            <a:off x="7686722" y="3583506"/>
            <a:ext cx="1606858" cy="619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(ACP)</a:t>
            </a:r>
          </a:p>
          <a:p>
            <a:pPr algn="ctr"/>
            <a:r>
              <a:rPr lang="fr-FR" dirty="0"/>
              <a:t>TSNE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A77524C-5AC0-D6CA-D8B8-AA8CA55A66DA}"/>
              </a:ext>
            </a:extLst>
          </p:cNvPr>
          <p:cNvSpPr/>
          <p:nvPr/>
        </p:nvSpPr>
        <p:spPr>
          <a:xfrm>
            <a:off x="10055814" y="3587575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KMeans</a:t>
            </a:r>
            <a:endParaRPr lang="fr-FR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BFCECB8-6FE8-F763-DED5-5C3BBA6F9AD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4336417" y="2369833"/>
            <a:ext cx="596609" cy="67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F10DE6D-B8F6-7253-5F13-5ED987A11F22}"/>
              </a:ext>
            </a:extLst>
          </p:cNvPr>
          <p:cNvCxnSpPr>
            <a:stCxn id="7" idx="3"/>
            <a:endCxn id="18" idx="1"/>
          </p:cNvCxnSpPr>
          <p:nvPr/>
        </p:nvCxnSpPr>
        <p:spPr>
          <a:xfrm>
            <a:off x="4336417" y="3046462"/>
            <a:ext cx="596609" cy="72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53104EA1-1239-12E2-29E3-C66DD1E3D41E}"/>
              </a:ext>
            </a:extLst>
          </p:cNvPr>
          <p:cNvCxnSpPr>
            <a:stCxn id="7" idx="3"/>
            <a:endCxn id="17" idx="1"/>
          </p:cNvCxnSpPr>
          <p:nvPr/>
        </p:nvCxnSpPr>
        <p:spPr>
          <a:xfrm>
            <a:off x="4336417" y="3046462"/>
            <a:ext cx="596609" cy="790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35301166-604F-E856-AD0C-18D464F15D67}"/>
              </a:ext>
            </a:extLst>
          </p:cNvPr>
          <p:cNvCxnSpPr>
            <a:stCxn id="8" idx="3"/>
            <a:endCxn id="14" idx="1"/>
          </p:cNvCxnSpPr>
          <p:nvPr/>
        </p:nvCxnSpPr>
        <p:spPr>
          <a:xfrm flipV="1">
            <a:off x="4402675" y="4699432"/>
            <a:ext cx="530351" cy="399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D3F5BA7-4800-583C-BC4D-F6E7C2A6D48E}"/>
              </a:ext>
            </a:extLst>
          </p:cNvPr>
          <p:cNvCxnSpPr>
            <a:stCxn id="8" idx="3"/>
            <a:endCxn id="15" idx="1"/>
          </p:cNvCxnSpPr>
          <p:nvPr/>
        </p:nvCxnSpPr>
        <p:spPr>
          <a:xfrm>
            <a:off x="4402675" y="5098469"/>
            <a:ext cx="530351" cy="502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267A9C7-DFC5-767E-CD0A-3E444690DC38}"/>
              </a:ext>
            </a:extLst>
          </p:cNvPr>
          <p:cNvCxnSpPr>
            <a:stCxn id="14" idx="3"/>
            <a:endCxn id="19" idx="1"/>
          </p:cNvCxnSpPr>
          <p:nvPr/>
        </p:nvCxnSpPr>
        <p:spPr>
          <a:xfrm flipV="1">
            <a:off x="6539884" y="3893300"/>
            <a:ext cx="1146838" cy="806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60B1B98-854E-35F3-0A31-E3EBA8EE62F7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6539884" y="2369833"/>
            <a:ext cx="1146838" cy="1523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880322D-067A-4561-3E6F-48D55385CCE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539884" y="3119207"/>
            <a:ext cx="1146838" cy="774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0353F7EE-9E4E-C147-853C-409168FAA3CB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6539884" y="3836972"/>
            <a:ext cx="1146838" cy="56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8E82EF84-7B45-F386-9107-D5A269787EEA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6539884" y="3893300"/>
            <a:ext cx="1146838" cy="1707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31150AF-EF69-C058-96AB-90876242DAC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9293580" y="3893300"/>
            <a:ext cx="762234" cy="4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523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DB479-1F9E-0227-523B-2801AA54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E82D8A9-0964-4AEC-5303-D0B76BCC4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" y="1317109"/>
            <a:ext cx="1163002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90453AE-DF25-10ED-DD76-57FC030A978F}"/>
              </a:ext>
            </a:extLst>
          </p:cNvPr>
          <p:cNvSpPr/>
          <p:nvPr/>
        </p:nvSpPr>
        <p:spPr>
          <a:xfrm>
            <a:off x="4915268" y="5888461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0,4388</a:t>
            </a:r>
          </a:p>
        </p:txBody>
      </p:sp>
    </p:spTree>
    <p:extLst>
      <p:ext uri="{BB962C8B-B14F-4D97-AF65-F5344CB8AC3E}">
        <p14:creationId xmlns:p14="http://schemas.microsoft.com/office/powerpoint/2010/main" val="1331686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62A15-0FD0-044D-EA82-C66D2F89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 après ACP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DEB72D9-1BA5-2584-177A-AB4F9B6A8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1473200"/>
            <a:ext cx="11630025" cy="5019675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1A0FF0D-8A44-7852-70B0-DC740487273C}"/>
              </a:ext>
            </a:extLst>
          </p:cNvPr>
          <p:cNvSpPr/>
          <p:nvPr/>
        </p:nvSpPr>
        <p:spPr>
          <a:xfrm>
            <a:off x="5174943" y="5873179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0,4437</a:t>
            </a:r>
          </a:p>
        </p:txBody>
      </p:sp>
    </p:spTree>
    <p:extLst>
      <p:ext uri="{BB962C8B-B14F-4D97-AF65-F5344CB8AC3E}">
        <p14:creationId xmlns:p14="http://schemas.microsoft.com/office/powerpoint/2010/main" val="1385670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33E35-E246-C1F7-DC93-2A97736C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</a:t>
            </a:r>
            <a:r>
              <a:rPr lang="fr-FR" dirty="0" err="1"/>
              <a:t>features</a:t>
            </a:r>
            <a:r>
              <a:rPr lang="fr-FR" dirty="0"/>
              <a:t> images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ECA0A-F492-5B13-9313-16F56DB37E7A}"/>
              </a:ext>
            </a:extLst>
          </p:cNvPr>
          <p:cNvSpPr txBox="1"/>
          <p:nvPr/>
        </p:nvSpPr>
        <p:spPr>
          <a:xfrm>
            <a:off x="754183" y="2235138"/>
            <a:ext cx="3779715" cy="1328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Conversion niveau de gris</a:t>
            </a:r>
          </a:p>
          <a:p>
            <a:pPr marL="285750" indent="-285750">
              <a:buFontTx/>
              <a:buChar char="-"/>
            </a:pPr>
            <a:r>
              <a:rPr lang="fr-FR"/>
              <a:t>Lissage par moyenne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Egalisation des histogrammes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1A14A33-9FF3-C05A-3E82-C02B6B10156A}"/>
              </a:ext>
            </a:extLst>
          </p:cNvPr>
          <p:cNvSpPr txBox="1"/>
          <p:nvPr/>
        </p:nvSpPr>
        <p:spPr>
          <a:xfrm>
            <a:off x="754184" y="4221252"/>
            <a:ext cx="3779716" cy="194095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Img</a:t>
            </a:r>
            <a:r>
              <a:rPr lang="fr-FR" dirty="0"/>
              <a:t> </a:t>
            </a:r>
            <a:r>
              <a:rPr lang="fr-FR" dirty="0" err="1"/>
              <a:t>resize</a:t>
            </a:r>
            <a:r>
              <a:rPr lang="fr-FR" dirty="0"/>
              <a:t> (224x224)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Preprocess_input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RGB to BGR</a:t>
            </a:r>
          </a:p>
          <a:p>
            <a:pPr marL="742950" lvl="1" indent="-285750">
              <a:buFontTx/>
              <a:buChar char="-"/>
            </a:pP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color channel zero-centered without scaling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C31D3-63B8-B7A2-454F-478985CD9021}"/>
              </a:ext>
            </a:extLst>
          </p:cNvPr>
          <p:cNvSpPr txBox="1"/>
          <p:nvPr/>
        </p:nvSpPr>
        <p:spPr>
          <a:xfrm>
            <a:off x="1036884" y="1638980"/>
            <a:ext cx="178446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Pré-traitement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2490B1-CD4A-C36E-1DEE-BFA4A82EEE38}"/>
              </a:ext>
            </a:extLst>
          </p:cNvPr>
          <p:cNvSpPr txBox="1"/>
          <p:nvPr/>
        </p:nvSpPr>
        <p:spPr>
          <a:xfrm>
            <a:off x="4418626" y="1643075"/>
            <a:ext cx="26356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Extraction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F073FE-2047-791E-F196-0D8F2D33D785}"/>
              </a:ext>
            </a:extLst>
          </p:cNvPr>
          <p:cNvSpPr txBox="1"/>
          <p:nvPr/>
        </p:nvSpPr>
        <p:spPr>
          <a:xfrm>
            <a:off x="7633185" y="1500480"/>
            <a:ext cx="1713931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Réduction de</a:t>
            </a:r>
          </a:p>
          <a:p>
            <a:pPr algn="ctr"/>
            <a:r>
              <a:rPr lang="fr-FR" dirty="0"/>
              <a:t>dimensions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3F322-3EEA-ABD2-923F-D975ED1B1089}"/>
              </a:ext>
            </a:extLst>
          </p:cNvPr>
          <p:cNvSpPr txBox="1"/>
          <p:nvPr/>
        </p:nvSpPr>
        <p:spPr>
          <a:xfrm>
            <a:off x="10213874" y="1622745"/>
            <a:ext cx="129073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Clustering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397E10-BCFF-3A7A-2586-3386238DED43}"/>
              </a:ext>
            </a:extLst>
          </p:cNvPr>
          <p:cNvSpPr/>
          <p:nvPr/>
        </p:nvSpPr>
        <p:spPr>
          <a:xfrm>
            <a:off x="4864858" y="2589356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SIFT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C234A7-0BCD-6844-3704-1E0204DB61D1}"/>
              </a:ext>
            </a:extLst>
          </p:cNvPr>
          <p:cNvSpPr/>
          <p:nvPr/>
        </p:nvSpPr>
        <p:spPr>
          <a:xfrm>
            <a:off x="4933026" y="4887450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VGG16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40DB33-054A-9FF1-1B22-D94F68475BA3}"/>
              </a:ext>
            </a:extLst>
          </p:cNvPr>
          <p:cNvSpPr/>
          <p:nvPr/>
        </p:nvSpPr>
        <p:spPr>
          <a:xfrm>
            <a:off x="7686722" y="3583506"/>
            <a:ext cx="1606858" cy="619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ACP</a:t>
            </a:r>
          </a:p>
          <a:p>
            <a:pPr algn="ctr"/>
            <a:r>
              <a:rPr lang="fr-FR" dirty="0"/>
              <a:t>TSNE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A77524C-5AC0-D6CA-D8B8-AA8CA55A66DA}"/>
              </a:ext>
            </a:extLst>
          </p:cNvPr>
          <p:cNvSpPr/>
          <p:nvPr/>
        </p:nvSpPr>
        <p:spPr>
          <a:xfrm>
            <a:off x="10055814" y="3587575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KMeans</a:t>
            </a:r>
            <a:endParaRPr lang="fr-FR" dirty="0"/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60B1B98-854E-35F3-0A31-E3EBA8EE62F7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6471716" y="2899150"/>
            <a:ext cx="1215006" cy="994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880322D-067A-4561-3E6F-48D55385CCE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6539884" y="3893300"/>
            <a:ext cx="1146838" cy="1303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31150AF-EF69-C058-96AB-90876242DAC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9293580" y="3893300"/>
            <a:ext cx="762234" cy="4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CB3BFB-E564-59D6-25A2-84E8E80A3E2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533898" y="2899150"/>
            <a:ext cx="33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D2914BC1-C7BA-E3CD-14A4-CBFF529C9806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4533900" y="5191731"/>
            <a:ext cx="399126" cy="5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351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0C4CA8-E2C7-1CA8-F34E-4DA65B13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SIFT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3076FE-146F-2B9D-18DB-E79ECCC62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62DDB24-043B-3588-4319-D7594E93F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1336159"/>
            <a:ext cx="7153275" cy="5210175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2057810-FF3B-1584-19FE-23E4CF1103DD}"/>
              </a:ext>
            </a:extLst>
          </p:cNvPr>
          <p:cNvSpPr/>
          <p:nvPr/>
        </p:nvSpPr>
        <p:spPr>
          <a:xfrm>
            <a:off x="9471735" y="5748892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/>
              <a:t>0,066</a:t>
            </a:r>
          </a:p>
        </p:txBody>
      </p:sp>
    </p:spTree>
    <p:extLst>
      <p:ext uri="{BB962C8B-B14F-4D97-AF65-F5344CB8AC3E}">
        <p14:creationId xmlns:p14="http://schemas.microsoft.com/office/powerpoint/2010/main" val="804748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8B2EED-990F-0866-876D-AABB3C6A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SIFT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8F80FF-64C8-1890-6E87-3D972025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Matrice de confusion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B24A510-BA66-44D3-E72F-2861E356B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890615"/>
            <a:ext cx="63817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191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644C6-B383-2C3B-E50C-59E673EA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VGG16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655B36-03E8-185C-4F07-F8236F9D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E714605-E6C1-31AA-B26F-511B183F6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392" y="1335576"/>
            <a:ext cx="7383216" cy="5277350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53C6FCD-51FA-7AB4-B7BD-D3DF42D5351D}"/>
              </a:ext>
            </a:extLst>
          </p:cNvPr>
          <p:cNvSpPr/>
          <p:nvPr/>
        </p:nvSpPr>
        <p:spPr>
          <a:xfrm>
            <a:off x="9471735" y="5748892"/>
            <a:ext cx="2361461" cy="896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ARI Score :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0,4567</a:t>
            </a:r>
          </a:p>
        </p:txBody>
      </p:sp>
    </p:spTree>
    <p:extLst>
      <p:ext uri="{BB962C8B-B14F-4D97-AF65-F5344CB8AC3E}">
        <p14:creationId xmlns:p14="http://schemas.microsoft.com/office/powerpoint/2010/main" val="648699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8BD91-1141-0919-02FF-8266E3E7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VGG16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6009EE-94F1-2D56-0C1E-89BE1CCD4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Matrice de confusion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6AF3CA1C-4856-2C42-42FF-F31C0EA9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284" y="2631231"/>
            <a:ext cx="6509552" cy="401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44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0D8AF-4976-F769-4435-81D5B465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des résultats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C9B65DD-2457-2023-1BA3-5736214C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Features</a:t>
            </a:r>
            <a:r>
              <a:rPr lang="fr-FR" dirty="0"/>
              <a:t> textuelles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700" dirty="0"/>
          </a:p>
          <a:p>
            <a:r>
              <a:rPr lang="fr-FR" dirty="0" err="1"/>
              <a:t>Features</a:t>
            </a:r>
            <a:r>
              <a:rPr lang="fr-FR" dirty="0"/>
              <a:t> images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72A9BC07-273C-2056-44A4-8EA936B3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91510"/>
              </p:ext>
            </p:extLst>
          </p:nvPr>
        </p:nvGraphicFramePr>
        <p:xfrm>
          <a:off x="3506788" y="2545348"/>
          <a:ext cx="6096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612967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79895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8779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Sans ACP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Avec ACP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64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Comptage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0,3919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0,3732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1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Tf-</a:t>
                      </a:r>
                      <a:r>
                        <a:rPr lang="fr-FR" dirty="0" err="1"/>
                        <a:t>idf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0,4522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0,3858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32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Word2Vec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0,2795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0,2149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661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0,3173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2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0,4388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0,4437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41705"/>
                  </a:ext>
                </a:extLst>
              </a:tr>
            </a:tbl>
          </a:graphicData>
        </a:graphic>
      </p:graphicFrame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6B383733-0B82-7891-2509-A4CFADE9C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6747"/>
              </p:ext>
            </p:extLst>
          </p:nvPr>
        </p:nvGraphicFramePr>
        <p:xfrm>
          <a:off x="4422066" y="5583562"/>
          <a:ext cx="33478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643">
                  <a:extLst>
                    <a:ext uri="{9D8B030D-6E8A-4147-A177-3AD203B41FA5}">
                      <a16:colId xmlns:a16="http://schemas.microsoft.com/office/drawing/2014/main" val="844644710"/>
                    </a:ext>
                  </a:extLst>
                </a:gridCol>
                <a:gridCol w="1580225">
                  <a:extLst>
                    <a:ext uri="{9D8B030D-6E8A-4147-A177-3AD203B41FA5}">
                      <a16:colId xmlns:a16="http://schemas.microsoft.com/office/drawing/2014/main" val="4082050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06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0,4567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378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30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A8BC0-D4DF-27CB-8805-4F8062C2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D30FFA-D793-969C-1585-036CE378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Faisabilité ? Oui : bons premiers résultats avec </a:t>
            </a:r>
            <a:r>
              <a:rPr lang="fr-FR" dirty="0" err="1"/>
              <a:t>tf-idf</a:t>
            </a:r>
            <a:r>
              <a:rPr lang="fr-FR" dirty="0"/>
              <a:t> / USE / VGG16</a:t>
            </a:r>
          </a:p>
          <a:p>
            <a:pPr lvl="1"/>
            <a:endParaRPr lang="fr-FR" dirty="0"/>
          </a:p>
          <a:p>
            <a:r>
              <a:rPr lang="fr-FR" dirty="0"/>
              <a:t>Recommandations ?</a:t>
            </a:r>
          </a:p>
          <a:p>
            <a:pPr lvl="1"/>
            <a:r>
              <a:rPr lang="fr-FR" dirty="0"/>
              <a:t>Revoir les catégories</a:t>
            </a:r>
          </a:p>
          <a:p>
            <a:pPr lvl="1"/>
            <a:r>
              <a:rPr lang="fr-FR" dirty="0"/>
              <a:t>Ajouter plus d’articles</a:t>
            </a:r>
          </a:p>
        </p:txBody>
      </p:sp>
    </p:spTree>
    <p:extLst>
      <p:ext uri="{BB962C8B-B14F-4D97-AF65-F5344CB8AC3E}">
        <p14:creationId xmlns:p14="http://schemas.microsoft.com/office/powerpoint/2010/main" val="110312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33E35-E246-C1F7-DC93-2A97736C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4ECA0A-F492-5B13-9313-16F56DB37E7A}"/>
              </a:ext>
            </a:extLst>
          </p:cNvPr>
          <p:cNvSpPr txBox="1"/>
          <p:nvPr/>
        </p:nvSpPr>
        <p:spPr>
          <a:xfrm>
            <a:off x="724361" y="3885311"/>
            <a:ext cx="2700986" cy="71508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Description</a:t>
            </a:r>
          </a:p>
          <a:p>
            <a:r>
              <a:rPr lang="fr-FR" dirty="0"/>
              <a:t>Nom du produit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DC31D3-63B8-B7A2-454F-478985CD9021}"/>
              </a:ext>
            </a:extLst>
          </p:cNvPr>
          <p:cNvSpPr txBox="1"/>
          <p:nvPr/>
        </p:nvSpPr>
        <p:spPr>
          <a:xfrm>
            <a:off x="1036884" y="1638980"/>
            <a:ext cx="1180131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Données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2490B1-CD4A-C36E-1DEE-BFA4A82EEE38}"/>
              </a:ext>
            </a:extLst>
          </p:cNvPr>
          <p:cNvSpPr txBox="1"/>
          <p:nvPr/>
        </p:nvSpPr>
        <p:spPr>
          <a:xfrm>
            <a:off x="4463279" y="1638980"/>
            <a:ext cx="26356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Extraction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F073FE-2047-791E-F196-0D8F2D33D785}"/>
              </a:ext>
            </a:extLst>
          </p:cNvPr>
          <p:cNvSpPr txBox="1"/>
          <p:nvPr/>
        </p:nvSpPr>
        <p:spPr>
          <a:xfrm>
            <a:off x="7641456" y="2341022"/>
            <a:ext cx="1713931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Réduction de</a:t>
            </a:r>
          </a:p>
          <a:p>
            <a:pPr algn="ctr"/>
            <a:r>
              <a:rPr lang="fr-FR" dirty="0"/>
              <a:t>dimensions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3F322-3EEA-ABD2-923F-D975ED1B1089}"/>
              </a:ext>
            </a:extLst>
          </p:cNvPr>
          <p:cNvSpPr txBox="1"/>
          <p:nvPr/>
        </p:nvSpPr>
        <p:spPr>
          <a:xfrm>
            <a:off x="10213874" y="2248798"/>
            <a:ext cx="129073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Clustering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4965686-95D5-0FD1-6E92-C1F265672AEC}"/>
              </a:ext>
            </a:extLst>
          </p:cNvPr>
          <p:cNvSpPr/>
          <p:nvPr/>
        </p:nvSpPr>
        <p:spPr>
          <a:xfrm>
            <a:off x="4896023" y="5563025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VGG16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21E7CD0-0D81-E937-7EBB-12D22422A0FA}"/>
              </a:ext>
            </a:extLst>
          </p:cNvPr>
          <p:cNvSpPr/>
          <p:nvPr/>
        </p:nvSpPr>
        <p:spPr>
          <a:xfrm>
            <a:off x="4896023" y="4349994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USE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BC234A7-0BCD-6844-3704-1E0204DB61D1}"/>
              </a:ext>
            </a:extLst>
          </p:cNvPr>
          <p:cNvSpPr/>
          <p:nvPr/>
        </p:nvSpPr>
        <p:spPr>
          <a:xfrm>
            <a:off x="4896023" y="3358361"/>
            <a:ext cx="1606858" cy="61958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TF-IDF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F40DB33-054A-9FF1-1B22-D94F68475BA3}"/>
              </a:ext>
            </a:extLst>
          </p:cNvPr>
          <p:cNvSpPr/>
          <p:nvPr/>
        </p:nvSpPr>
        <p:spPr>
          <a:xfrm>
            <a:off x="7657080" y="4242177"/>
            <a:ext cx="1606858" cy="61958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(ACP)</a:t>
            </a:r>
          </a:p>
          <a:p>
            <a:pPr algn="ctr"/>
            <a:r>
              <a:rPr lang="fr-FR" dirty="0"/>
              <a:t>TSNE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A77524C-5AC0-D6CA-D8B8-AA8CA55A66DA}"/>
              </a:ext>
            </a:extLst>
          </p:cNvPr>
          <p:cNvSpPr/>
          <p:nvPr/>
        </p:nvSpPr>
        <p:spPr>
          <a:xfrm>
            <a:off x="10055814" y="3862737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KMeans</a:t>
            </a:r>
            <a:endParaRPr lang="fr-FR" dirty="0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F10DE6D-B8F6-7253-5F13-5ED987A11F22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3425347" y="3668155"/>
            <a:ext cx="1470676" cy="574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D3F5BA7-4800-583C-BC4D-F6E7C2A6D48E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3425347" y="4242856"/>
            <a:ext cx="1470676" cy="416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880322D-067A-4561-3E6F-48D55385CCE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6502881" y="3668155"/>
            <a:ext cx="1154199" cy="883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8E82EF84-7B45-F386-9107-D5A269787EEA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6502881" y="4551971"/>
            <a:ext cx="1154199" cy="107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4575DFD-E394-146C-8A2E-3585187C505F}"/>
              </a:ext>
            </a:extLst>
          </p:cNvPr>
          <p:cNvSpPr/>
          <p:nvPr/>
        </p:nvSpPr>
        <p:spPr>
          <a:xfrm>
            <a:off x="10055814" y="4754044"/>
            <a:ext cx="1606858" cy="6195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DBScan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F9AA197-A659-9702-E8EA-988B3A64CB7C}"/>
              </a:ext>
            </a:extLst>
          </p:cNvPr>
          <p:cNvSpPr txBox="1"/>
          <p:nvPr/>
        </p:nvSpPr>
        <p:spPr>
          <a:xfrm>
            <a:off x="724361" y="5169319"/>
            <a:ext cx="2700986" cy="4086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Image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DDB10F5-588A-1E94-037C-F6BAFAA650AD}"/>
              </a:ext>
            </a:extLst>
          </p:cNvPr>
          <p:cNvSpPr txBox="1"/>
          <p:nvPr/>
        </p:nvSpPr>
        <p:spPr>
          <a:xfrm>
            <a:off x="724361" y="2972689"/>
            <a:ext cx="3619500" cy="4086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Caractéristiques (poids / taille)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5DDB0AD-95DA-E9C0-FA60-22BBBA9B3CDC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>
            <a:off x="3425347" y="5373631"/>
            <a:ext cx="1470676" cy="49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202E0B25-BF0F-5922-FE64-3408E197D7FB}"/>
              </a:ext>
            </a:extLst>
          </p:cNvPr>
          <p:cNvCxnSpPr>
            <a:stCxn id="14" idx="3"/>
            <a:endCxn id="19" idx="1"/>
          </p:cNvCxnSpPr>
          <p:nvPr/>
        </p:nvCxnSpPr>
        <p:spPr>
          <a:xfrm flipV="1">
            <a:off x="6502881" y="4551971"/>
            <a:ext cx="1154199" cy="1320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D06FF3DC-EEEC-2CA6-EA75-FC8A5C09D933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9263938" y="4172531"/>
            <a:ext cx="791876" cy="379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278604A0-4CC5-97BA-90EC-A8A734A2B931}"/>
              </a:ext>
            </a:extLst>
          </p:cNvPr>
          <p:cNvCxnSpPr>
            <a:stCxn id="19" idx="3"/>
            <a:endCxn id="3" idx="1"/>
          </p:cNvCxnSpPr>
          <p:nvPr/>
        </p:nvCxnSpPr>
        <p:spPr>
          <a:xfrm>
            <a:off x="9263938" y="4551971"/>
            <a:ext cx="791876" cy="511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0BAA7B1F-46BB-95B6-2F8A-F5F5D96EFB59}"/>
              </a:ext>
            </a:extLst>
          </p:cNvPr>
          <p:cNvCxnSpPr>
            <a:stCxn id="24" idx="3"/>
            <a:endCxn id="19" idx="1"/>
          </p:cNvCxnSpPr>
          <p:nvPr/>
        </p:nvCxnSpPr>
        <p:spPr>
          <a:xfrm>
            <a:off x="4343861" y="3177001"/>
            <a:ext cx="3313219" cy="1374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4B75AB50-8375-C155-495F-B7D2D13FB90B}"/>
              </a:ext>
            </a:extLst>
          </p:cNvPr>
          <p:cNvSpPr txBox="1"/>
          <p:nvPr/>
        </p:nvSpPr>
        <p:spPr>
          <a:xfrm>
            <a:off x="9790681" y="271615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Hyperparamètres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BC2FD8D5-E8A7-D286-5B92-F5CE25095EBB}"/>
              </a:ext>
            </a:extLst>
          </p:cNvPr>
          <p:cNvSpPr txBox="1"/>
          <p:nvPr/>
        </p:nvSpPr>
        <p:spPr>
          <a:xfrm>
            <a:off x="4590178" y="2125830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Autres modèles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F1042A61-8815-F244-2CB7-BA232B2E83AE}"/>
              </a:ext>
            </a:extLst>
          </p:cNvPr>
          <p:cNvSpPr txBox="1"/>
          <p:nvPr/>
        </p:nvSpPr>
        <p:spPr>
          <a:xfrm>
            <a:off x="622977" y="2102568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Révision des catégories</a:t>
            </a:r>
          </a:p>
        </p:txBody>
      </p:sp>
    </p:spTree>
    <p:extLst>
      <p:ext uri="{BB962C8B-B14F-4D97-AF65-F5344CB8AC3E}">
        <p14:creationId xmlns:p14="http://schemas.microsoft.com/office/powerpoint/2010/main" val="3605212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A81A41-EC29-DCEC-B198-17589825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Avez-vous des questions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D96147-4A06-4E32-0152-0F094BE8B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7577281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Metadata/LabelInfo.xml><?xml version="1.0" encoding="utf-8"?>
<clbl:labelList xmlns:clbl="http://schemas.microsoft.com/office/2020/mipLabelMetadata">
  <clbl:label id="{c135c4ba-2280-41f8-be7d-6f21d368baa3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444</Words>
  <Application>Microsoft Office PowerPoint</Application>
  <PresentationFormat>Grand écran</PresentationFormat>
  <Paragraphs>214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Century Gothic</vt:lpstr>
      <vt:lpstr>Inter</vt:lpstr>
      <vt:lpstr>Roboto</vt:lpstr>
      <vt:lpstr>Wingdings 3</vt:lpstr>
      <vt:lpstr>Brin</vt:lpstr>
      <vt:lpstr>P6 : Classifiez automatiquement des biens de consommation</vt:lpstr>
      <vt:lpstr>Contexte</vt:lpstr>
      <vt:lpstr>Présentation des données</vt:lpstr>
      <vt:lpstr>Analyse des features textuelles</vt:lpstr>
      <vt:lpstr>Présentation PowerPoint</vt:lpstr>
      <vt:lpstr>Comptage simple après ACP</vt:lpstr>
      <vt:lpstr>TF-IDF</vt:lpstr>
      <vt:lpstr>TF-IDF après ACP</vt:lpstr>
      <vt:lpstr>Analyse des features textuelles</vt:lpstr>
      <vt:lpstr>Word2Vec</vt:lpstr>
      <vt:lpstr>Word2Vec après ACP</vt:lpstr>
      <vt:lpstr>Analyse des features textuelles</vt:lpstr>
      <vt:lpstr>BERT : 'bert-base-uncased'</vt:lpstr>
      <vt:lpstr>BERT : 'bert-base-uncased’ après ACP</vt:lpstr>
      <vt:lpstr>Analyse des features textuelles</vt:lpstr>
      <vt:lpstr>USE</vt:lpstr>
      <vt:lpstr>USE après ACP</vt:lpstr>
      <vt:lpstr>Analyse des features images</vt:lpstr>
      <vt:lpstr>SIFT</vt:lpstr>
      <vt:lpstr>SIFT</vt:lpstr>
      <vt:lpstr>VGG16</vt:lpstr>
      <vt:lpstr>VGG16</vt:lpstr>
      <vt:lpstr>Comparaison des résultats</vt:lpstr>
      <vt:lpstr>Conclusion</vt:lpstr>
      <vt:lpstr>Recommandations</vt:lpstr>
      <vt:lpstr>Avez-vous des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P6 : Classifiez automatiquement des biens de consommation</dc:title>
  <dc:creator>PILLIOT Aline (ENGIE IT)</dc:creator>
  <cp:lastModifiedBy>PILLOT Aline (ENGIE IT)</cp:lastModifiedBy>
  <cp:revision>7</cp:revision>
  <dcterms:created xsi:type="dcterms:W3CDTF">2022-12-17T16:13:47Z</dcterms:created>
  <dcterms:modified xsi:type="dcterms:W3CDTF">2023-02-18T18:42:45Z</dcterms:modified>
</cp:coreProperties>
</file>